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735750" cy="98663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ReRxCYwzFQVjhjMNjJlhTjK/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7788" y="739775"/>
            <a:ext cx="6580187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77788" y="739775"/>
            <a:ext cx="6580187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270643" y="752999"/>
            <a:ext cx="1294546" cy="513708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Amministratore Unico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270643" y="1562945"/>
            <a:ext cx="1294546" cy="5137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CEO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Ruzzenenti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27416" y="2849199"/>
            <a:ext cx="1294500" cy="513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CTO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Andrea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570078" y="4567462"/>
            <a:ext cx="1294500" cy="513600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Andrea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359975" y="2701413"/>
            <a:ext cx="1415700" cy="800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Amministrazione, HR</a:t>
            </a:r>
            <a:r>
              <a:rPr b="1" lang="it-IT" sz="1100">
                <a:solidFill>
                  <a:schemeClr val="dk1"/>
                </a:solidFill>
              </a:rPr>
              <a:t/>
            </a: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Francesco Cappetti (Ref. Privacy)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017428" y="3550507"/>
            <a:ext cx="1320394" cy="513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(esterno)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Andrei Apostu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200460" y="4570615"/>
            <a:ext cx="1434909" cy="513600"/>
          </a:xfrm>
          <a:prstGeom prst="rect">
            <a:avLst/>
          </a:prstGeom>
          <a:solidFill>
            <a:srgbClr val="C4E0B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Development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Davide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312576" y="4519129"/>
            <a:ext cx="1519675" cy="513708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&amp; Research Projects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Davide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62117" y="5137438"/>
            <a:ext cx="2422500" cy="1661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Alessandro Castrovillari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Federico Isola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Riccardo Olivato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Andrea Quidacciolu Turcatti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Tommaso Ramella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Marco Ottone Casagrande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Stefano Claudiu Nae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>
            <a:stCxn id="84" idx="2"/>
            <a:endCxn id="85" idx="0"/>
          </p:cNvCxnSpPr>
          <p:nvPr/>
        </p:nvCxnSpPr>
        <p:spPr>
          <a:xfrm>
            <a:off x="5917916" y="1266707"/>
            <a:ext cx="0" cy="29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"/>
          <p:cNvCxnSpPr>
            <a:stCxn id="85" idx="2"/>
          </p:cNvCxnSpPr>
          <p:nvPr/>
        </p:nvCxnSpPr>
        <p:spPr>
          <a:xfrm>
            <a:off x="5917916" y="2076653"/>
            <a:ext cx="0" cy="214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"/>
          <p:cNvCxnSpPr/>
          <p:nvPr/>
        </p:nvCxnSpPr>
        <p:spPr>
          <a:xfrm flipH="1" rot="10800000">
            <a:off x="2196998" y="4232791"/>
            <a:ext cx="6875415" cy="75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"/>
          <p:cNvCxnSpPr/>
          <p:nvPr/>
        </p:nvCxnSpPr>
        <p:spPr>
          <a:xfrm rot="10800000">
            <a:off x="5917916" y="4217764"/>
            <a:ext cx="0" cy="35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"/>
          <p:cNvCxnSpPr>
            <a:stCxn id="91" idx="0"/>
          </p:cNvCxnSpPr>
          <p:nvPr/>
        </p:nvCxnSpPr>
        <p:spPr>
          <a:xfrm rot="10800000">
            <a:off x="9072414" y="4240429"/>
            <a:ext cx="0" cy="27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>
            <a:off x="2191963" y="4232791"/>
            <a:ext cx="0" cy="3422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"/>
          <p:cNvSpPr/>
          <p:nvPr/>
        </p:nvSpPr>
        <p:spPr>
          <a:xfrm>
            <a:off x="3034203" y="2142585"/>
            <a:ext cx="1294546" cy="5137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RSGI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Davide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390546" y="2134021"/>
            <a:ext cx="1294546" cy="5137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CISO, RSPP</a:t>
            </a:r>
            <a:b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Andrea Ruzzenenti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"/>
          <p:cNvCxnSpPr/>
          <p:nvPr/>
        </p:nvCxnSpPr>
        <p:spPr>
          <a:xfrm>
            <a:off x="4344172" y="2399439"/>
            <a:ext cx="3046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"/>
          <p:cNvCxnSpPr>
            <a:endCxn id="86" idx="1"/>
          </p:cNvCxnSpPr>
          <p:nvPr/>
        </p:nvCxnSpPr>
        <p:spPr>
          <a:xfrm>
            <a:off x="2217416" y="3105999"/>
            <a:ext cx="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"/>
          <p:cNvCxnSpPr/>
          <p:nvPr/>
        </p:nvCxnSpPr>
        <p:spPr>
          <a:xfrm rot="10800000">
            <a:off x="2191963" y="3086242"/>
            <a:ext cx="5035" cy="11018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"/>
          <p:cNvSpPr txBox="1"/>
          <p:nvPr/>
        </p:nvSpPr>
        <p:spPr>
          <a:xfrm>
            <a:off x="7132320" y="6105612"/>
            <a:ext cx="4902699" cy="64629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ALPO01.A - ORGANIGRAMMA Vectorlab srl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0.1   -   20/10/2026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390459" y="3555710"/>
            <a:ext cx="1294546" cy="5137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RLS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Marco Ottone Casagrande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"/>
          <p:cNvCxnSpPr>
            <a:stCxn id="86" idx="3"/>
            <a:endCxn id="88" idx="1"/>
          </p:cNvCxnSpPr>
          <p:nvPr/>
        </p:nvCxnSpPr>
        <p:spPr>
          <a:xfrm flipH="1" rot="10800000">
            <a:off x="4321916" y="3101799"/>
            <a:ext cx="30381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"/>
          <p:cNvCxnSpPr>
            <a:endCxn id="105" idx="1"/>
          </p:cNvCxnSpPr>
          <p:nvPr/>
        </p:nvCxnSpPr>
        <p:spPr>
          <a:xfrm>
            <a:off x="5918059" y="3812564"/>
            <a:ext cx="147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"/>
          <p:cNvCxnSpPr>
            <a:stCxn id="86" idx="2"/>
            <a:endCxn id="89" idx="0"/>
          </p:cNvCxnSpPr>
          <p:nvPr/>
        </p:nvCxnSpPr>
        <p:spPr>
          <a:xfrm>
            <a:off x="3674666" y="3362799"/>
            <a:ext cx="3000" cy="18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86" y="123537"/>
            <a:ext cx="2157463" cy="128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2020-03-02T14:21:11Z</dcterms:created>
  <dc:creator>Andrea Olcese</dc:creator>
</cp:coreProperties>
</file>