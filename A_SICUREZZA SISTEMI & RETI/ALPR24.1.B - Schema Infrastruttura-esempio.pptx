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080625" cy="5670550"/>
  <p:notesSz cx="7559675" cy="106918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9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lba Campolo" userId="0b07fdf0-13a3-4f5f-9264-ce914ac80b18" providerId="ADAL" clId="{64E5F751-6C14-4B2B-BBBB-E19456482407}"/>
    <pc:docChg chg="modSld">
      <pc:chgData name="Rosalba Campolo" userId="0b07fdf0-13a3-4f5f-9264-ce914ac80b18" providerId="ADAL" clId="{64E5F751-6C14-4B2B-BBBB-E19456482407}" dt="2026-07-27T10:52:19.679" v="16" actId="6549"/>
      <pc:docMkLst>
        <pc:docMk/>
      </pc:docMkLst>
      <pc:sldChg chg="modSp mod">
        <pc:chgData name="Rosalba Campolo" userId="0b07fdf0-13a3-4f5f-9264-ce914ac80b18" providerId="ADAL" clId="{64E5F751-6C14-4B2B-BBBB-E19456482407}" dt="2026-07-27T10:52:19.679" v="16" actId="6549"/>
        <pc:sldMkLst>
          <pc:docMk/>
          <pc:sldMk cId="0" sldId="256"/>
        </pc:sldMkLst>
        <pc:spChg chg="mod">
          <ac:chgData name="Rosalba Campolo" userId="0b07fdf0-13a3-4f5f-9264-ce914ac80b18" providerId="ADAL" clId="{64E5F751-6C14-4B2B-BBBB-E19456482407}" dt="2026-07-27T10:52:19.679" v="16" actId="6549"/>
          <ac:spMkLst>
            <pc:docMk/>
            <pc:sldMk cId="0" sldId="256"/>
            <ac:spMk id="8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it-IT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it-I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it-IT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solidFill>
                  <a:srgbClr val="000000"/>
                </a:solidFill>
                <a:latin typeface="Arial"/>
              </a:rPr>
              <a:t>Fai clic per modificare il formato del testo del titolo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CustomShape 1"/>
          <p:cNvSpPr/>
          <p:nvPr/>
        </p:nvSpPr>
        <p:spPr>
          <a:xfrm>
            <a:off x="504000" y="648000"/>
            <a:ext cx="1367640" cy="79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38" name="CustomShape 2"/>
          <p:cNvSpPr/>
          <p:nvPr/>
        </p:nvSpPr>
        <p:spPr>
          <a:xfrm>
            <a:off x="2635560" y="1214280"/>
            <a:ext cx="892080" cy="51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Armadio</a:t>
            </a:r>
            <a:endParaRPr lang="it-IT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Rack</a:t>
            </a:r>
            <a:endParaRPr lang="it-IT" sz="1400" b="0" strike="noStrike" spc="-1" dirty="0">
              <a:latin typeface="Arial"/>
            </a:endParaRPr>
          </a:p>
        </p:txBody>
      </p:sp>
      <p:sp>
        <p:nvSpPr>
          <p:cNvPr id="39" name="CustomShape 3"/>
          <p:cNvSpPr/>
          <p:nvPr/>
        </p:nvSpPr>
        <p:spPr>
          <a:xfrm>
            <a:off x="4176000" y="3297960"/>
            <a:ext cx="1286640" cy="30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Access Point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40" name="Line 4"/>
          <p:cNvSpPr/>
          <p:nvPr/>
        </p:nvSpPr>
        <p:spPr>
          <a:xfrm>
            <a:off x="3240000" y="4824000"/>
            <a:ext cx="1296000" cy="0"/>
          </a:xfrm>
          <a:prstGeom prst="line">
            <a:avLst/>
          </a:prstGeom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1" name="Line 5"/>
          <p:cNvSpPr/>
          <p:nvPr/>
        </p:nvSpPr>
        <p:spPr>
          <a:xfrm>
            <a:off x="5183640" y="4806026"/>
            <a:ext cx="216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2" name="Line 6"/>
          <p:cNvSpPr/>
          <p:nvPr/>
        </p:nvSpPr>
        <p:spPr>
          <a:xfrm flipH="1">
            <a:off x="3600000" y="2754000"/>
            <a:ext cx="302472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3" name="Line 7"/>
          <p:cNvSpPr/>
          <p:nvPr/>
        </p:nvSpPr>
        <p:spPr>
          <a:xfrm flipV="1">
            <a:off x="3240000" y="3096000"/>
            <a:ext cx="0" cy="172836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4" name="Line 8"/>
          <p:cNvSpPr/>
          <p:nvPr/>
        </p:nvSpPr>
        <p:spPr>
          <a:xfrm flipV="1">
            <a:off x="7342396" y="3240000"/>
            <a:ext cx="1604" cy="1566025"/>
          </a:xfrm>
          <a:prstGeom prst="line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5" name="Line 9"/>
          <p:cNvSpPr/>
          <p:nvPr/>
        </p:nvSpPr>
        <p:spPr>
          <a:xfrm>
            <a:off x="1224000" y="2304000"/>
            <a:ext cx="1512000" cy="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6" name="Line 10"/>
          <p:cNvSpPr/>
          <p:nvPr/>
        </p:nvSpPr>
        <p:spPr>
          <a:xfrm flipV="1">
            <a:off x="1224000" y="1440000"/>
            <a:ext cx="0" cy="86400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47" name="CustomShape 11"/>
          <p:cNvSpPr/>
          <p:nvPr/>
        </p:nvSpPr>
        <p:spPr>
          <a:xfrm>
            <a:off x="7636320" y="144000"/>
            <a:ext cx="3019680" cy="85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Legenda:</a:t>
            </a:r>
            <a:endParaRPr lang="it-IT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- Nero: connessione cablata</a:t>
            </a:r>
            <a:endParaRPr lang="it-IT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- Rosso: Connessione </a:t>
            </a:r>
            <a:r>
              <a:rPr lang="it-IT" sz="14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Wifi</a:t>
            </a:r>
            <a:endParaRPr lang="it-IT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- VLAN xx = VLAN Guest</a:t>
            </a:r>
            <a:endParaRPr lang="it-IT" sz="1400" b="0" strike="noStrike" spc="-1" dirty="0">
              <a:latin typeface="Arial"/>
            </a:endParaRPr>
          </a:p>
        </p:txBody>
      </p:sp>
      <p:sp>
        <p:nvSpPr>
          <p:cNvPr id="48" name="CustomShape 12"/>
          <p:cNvSpPr/>
          <p:nvPr/>
        </p:nvSpPr>
        <p:spPr>
          <a:xfrm>
            <a:off x="720000" y="877680"/>
            <a:ext cx="954720" cy="34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Internet</a:t>
            </a:r>
            <a:endParaRPr lang="it-IT" sz="1400" b="0" strike="noStrike" spc="-1">
              <a:latin typeface="Arial"/>
            </a:endParaRPr>
          </a:p>
        </p:txBody>
      </p:sp>
      <p:pic>
        <p:nvPicPr>
          <p:cNvPr id="49" name="Immagine 52"/>
          <p:cNvPicPr/>
          <p:nvPr/>
        </p:nvPicPr>
        <p:blipFill>
          <a:blip r:embed="rId2"/>
          <a:stretch/>
        </p:blipFill>
        <p:spPr>
          <a:xfrm>
            <a:off x="6624000" y="2376000"/>
            <a:ext cx="913680" cy="913680"/>
          </a:xfrm>
          <a:prstGeom prst="rect">
            <a:avLst/>
          </a:prstGeom>
          <a:ln>
            <a:noFill/>
          </a:ln>
        </p:spPr>
      </p:pic>
      <p:pic>
        <p:nvPicPr>
          <p:cNvPr id="50" name="Immagine 53"/>
          <p:cNvPicPr/>
          <p:nvPr/>
        </p:nvPicPr>
        <p:blipFill>
          <a:blip r:embed="rId3"/>
          <a:stretch/>
        </p:blipFill>
        <p:spPr>
          <a:xfrm>
            <a:off x="4382474" y="4320000"/>
            <a:ext cx="968400" cy="968400"/>
          </a:xfrm>
          <a:prstGeom prst="rect">
            <a:avLst/>
          </a:prstGeom>
          <a:ln>
            <a:noFill/>
          </a:ln>
        </p:spPr>
      </p:pic>
      <p:pic>
        <p:nvPicPr>
          <p:cNvPr id="51" name="Immagine 54"/>
          <p:cNvPicPr/>
          <p:nvPr/>
        </p:nvPicPr>
        <p:blipFill>
          <a:blip r:embed="rId4"/>
          <a:stretch/>
        </p:blipFill>
        <p:spPr>
          <a:xfrm>
            <a:off x="2478240" y="1728000"/>
            <a:ext cx="1367640" cy="1367640"/>
          </a:xfrm>
          <a:prstGeom prst="rect">
            <a:avLst/>
          </a:prstGeom>
          <a:ln>
            <a:noFill/>
          </a:ln>
        </p:spPr>
      </p:pic>
      <p:pic>
        <p:nvPicPr>
          <p:cNvPr id="52" name="Immagine 55"/>
          <p:cNvPicPr/>
          <p:nvPr/>
        </p:nvPicPr>
        <p:blipFill>
          <a:blip r:embed="rId5"/>
          <a:stretch/>
        </p:blipFill>
        <p:spPr>
          <a:xfrm>
            <a:off x="5070240" y="1296000"/>
            <a:ext cx="761400" cy="761400"/>
          </a:xfrm>
          <a:prstGeom prst="rect">
            <a:avLst/>
          </a:prstGeom>
          <a:ln>
            <a:noFill/>
          </a:ln>
        </p:spPr>
      </p:pic>
      <p:sp>
        <p:nvSpPr>
          <p:cNvPr id="53" name="Line 13"/>
          <p:cNvSpPr/>
          <p:nvPr/>
        </p:nvSpPr>
        <p:spPr>
          <a:xfrm>
            <a:off x="3600000" y="1872000"/>
            <a:ext cx="1440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4" name="CustomShape 14"/>
          <p:cNvSpPr/>
          <p:nvPr/>
        </p:nvSpPr>
        <p:spPr>
          <a:xfrm>
            <a:off x="5832000" y="1728000"/>
            <a:ext cx="1297440" cy="30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Telefoni VoIP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55" name="CustomShape 15"/>
          <p:cNvSpPr/>
          <p:nvPr/>
        </p:nvSpPr>
        <p:spPr>
          <a:xfrm>
            <a:off x="7403760" y="2505960"/>
            <a:ext cx="456840" cy="30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PC</a:t>
            </a:r>
            <a:endParaRPr lang="it-IT" sz="1400" b="0" strike="noStrike" spc="-1">
              <a:latin typeface="Arial"/>
            </a:endParaRPr>
          </a:p>
        </p:txBody>
      </p:sp>
      <p:pic>
        <p:nvPicPr>
          <p:cNvPr id="56" name="Immagine 59"/>
          <p:cNvPicPr/>
          <p:nvPr/>
        </p:nvPicPr>
        <p:blipFill>
          <a:blip r:embed="rId6"/>
          <a:stretch/>
        </p:blipFill>
        <p:spPr>
          <a:xfrm>
            <a:off x="8598240" y="1902240"/>
            <a:ext cx="761400" cy="761400"/>
          </a:xfrm>
          <a:prstGeom prst="rect">
            <a:avLst/>
          </a:prstGeom>
          <a:ln>
            <a:noFill/>
          </a:ln>
        </p:spPr>
      </p:pic>
      <p:sp>
        <p:nvSpPr>
          <p:cNvPr id="57" name="Line 16"/>
          <p:cNvSpPr/>
          <p:nvPr/>
        </p:nvSpPr>
        <p:spPr>
          <a:xfrm>
            <a:off x="3600000" y="2376000"/>
            <a:ext cx="4968000" cy="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58" name="Line 17"/>
          <p:cNvSpPr/>
          <p:nvPr/>
        </p:nvSpPr>
        <p:spPr>
          <a:xfrm flipV="1">
            <a:off x="3436560" y="3088440"/>
            <a:ext cx="0" cy="79200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pic>
        <p:nvPicPr>
          <p:cNvPr id="59" name="Immagine 62"/>
          <p:cNvPicPr/>
          <p:nvPr/>
        </p:nvPicPr>
        <p:blipFill>
          <a:blip r:embed="rId3"/>
          <a:stretch/>
        </p:blipFill>
        <p:spPr>
          <a:xfrm>
            <a:off x="4287240" y="3384000"/>
            <a:ext cx="968400" cy="968400"/>
          </a:xfrm>
          <a:prstGeom prst="rect">
            <a:avLst/>
          </a:prstGeom>
          <a:ln>
            <a:noFill/>
          </a:ln>
        </p:spPr>
      </p:pic>
      <p:sp>
        <p:nvSpPr>
          <p:cNvPr id="60" name="Line 18"/>
          <p:cNvSpPr/>
          <p:nvPr/>
        </p:nvSpPr>
        <p:spPr>
          <a:xfrm>
            <a:off x="3436560" y="3888000"/>
            <a:ext cx="955440" cy="0"/>
          </a:xfrm>
          <a:prstGeom prst="line">
            <a:avLst/>
          </a:prstGeom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61" name="Line 19"/>
          <p:cNvSpPr/>
          <p:nvPr/>
        </p:nvSpPr>
        <p:spPr>
          <a:xfrm>
            <a:off x="5112000" y="3859422"/>
            <a:ext cx="1800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62" name="Line 20"/>
          <p:cNvSpPr/>
          <p:nvPr/>
        </p:nvSpPr>
        <p:spPr>
          <a:xfrm flipV="1">
            <a:off x="6910396" y="3240000"/>
            <a:ext cx="1604" cy="619422"/>
          </a:xfrm>
          <a:prstGeom prst="line">
            <a:avLst/>
          </a:prstGeom>
          <a:ln>
            <a:solidFill>
              <a:srgbClr val="FF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63" name="CustomShape 21"/>
          <p:cNvSpPr/>
          <p:nvPr/>
        </p:nvSpPr>
        <p:spPr>
          <a:xfrm>
            <a:off x="3450366" y="3627000"/>
            <a:ext cx="7930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xx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64" name="CustomShape 22"/>
          <p:cNvSpPr/>
          <p:nvPr/>
        </p:nvSpPr>
        <p:spPr>
          <a:xfrm>
            <a:off x="3579480" y="2160000"/>
            <a:ext cx="7930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xx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65" name="CustomShape 23"/>
          <p:cNvSpPr/>
          <p:nvPr/>
        </p:nvSpPr>
        <p:spPr>
          <a:xfrm>
            <a:off x="3278868" y="4563198"/>
            <a:ext cx="7930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xxx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66" name="CustomShape 24"/>
          <p:cNvSpPr/>
          <p:nvPr/>
        </p:nvSpPr>
        <p:spPr>
          <a:xfrm>
            <a:off x="3816000" y="1656000"/>
            <a:ext cx="7930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xx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67" name="CustomShape 25"/>
          <p:cNvSpPr/>
          <p:nvPr/>
        </p:nvSpPr>
        <p:spPr>
          <a:xfrm>
            <a:off x="3942720" y="2547000"/>
            <a:ext cx="246492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</a:t>
            </a:r>
            <a:r>
              <a:rPr lang="it-IT" sz="12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xxxxx</a:t>
            </a:r>
            <a:endParaRPr lang="it-IT" sz="1200" b="0" strike="noStrike" spc="-1" dirty="0">
              <a:latin typeface="Arial"/>
            </a:endParaRPr>
          </a:p>
        </p:txBody>
      </p:sp>
      <p:pic>
        <p:nvPicPr>
          <p:cNvPr id="69" name="Immagine 72"/>
          <p:cNvPicPr/>
          <p:nvPr/>
        </p:nvPicPr>
        <p:blipFill>
          <a:blip r:embed="rId7"/>
          <a:stretch/>
        </p:blipFill>
        <p:spPr>
          <a:xfrm>
            <a:off x="7924680" y="3384000"/>
            <a:ext cx="786960" cy="786960"/>
          </a:xfrm>
          <a:prstGeom prst="rect">
            <a:avLst/>
          </a:prstGeom>
          <a:ln>
            <a:noFill/>
          </a:ln>
        </p:spPr>
      </p:pic>
      <p:sp>
        <p:nvSpPr>
          <p:cNvPr id="70" name="Line 26"/>
          <p:cNvSpPr/>
          <p:nvPr/>
        </p:nvSpPr>
        <p:spPr>
          <a:xfrm flipV="1">
            <a:off x="3024000" y="3095280"/>
            <a:ext cx="0" cy="208872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1" name="Line 27"/>
          <p:cNvSpPr/>
          <p:nvPr/>
        </p:nvSpPr>
        <p:spPr>
          <a:xfrm flipV="1">
            <a:off x="2808000" y="3096000"/>
            <a:ext cx="0" cy="230400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2" name="Line 28"/>
          <p:cNvSpPr/>
          <p:nvPr/>
        </p:nvSpPr>
        <p:spPr>
          <a:xfrm>
            <a:off x="2808000" y="5400000"/>
            <a:ext cx="6624000" cy="0"/>
          </a:xfrm>
          <a:prstGeom prst="line">
            <a:avLst/>
          </a:prstGeom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3" name="Line 29"/>
          <p:cNvSpPr/>
          <p:nvPr/>
        </p:nvSpPr>
        <p:spPr>
          <a:xfrm>
            <a:off x="3024000" y="5184000"/>
            <a:ext cx="5346000" cy="0"/>
          </a:xfrm>
          <a:prstGeom prst="line">
            <a:avLst/>
          </a:prstGeom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4" name="Line 30"/>
          <p:cNvSpPr/>
          <p:nvPr/>
        </p:nvSpPr>
        <p:spPr>
          <a:xfrm flipV="1">
            <a:off x="8370000" y="4032000"/>
            <a:ext cx="0" cy="115200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5" name="Line 31"/>
          <p:cNvSpPr/>
          <p:nvPr/>
        </p:nvSpPr>
        <p:spPr>
          <a:xfrm flipV="1">
            <a:off x="9432000" y="4032000"/>
            <a:ext cx="0" cy="1368000"/>
          </a:xfrm>
          <a:prstGeom prst="line">
            <a:avLst/>
          </a:prstGeom>
          <a:ln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77" name="CustomShape 33"/>
          <p:cNvSpPr/>
          <p:nvPr/>
        </p:nvSpPr>
        <p:spPr>
          <a:xfrm>
            <a:off x="7632000" y="4938504"/>
            <a:ext cx="79308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01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78" name="CustomShape 34"/>
          <p:cNvSpPr/>
          <p:nvPr/>
        </p:nvSpPr>
        <p:spPr>
          <a:xfrm>
            <a:off x="8023138" y="3217446"/>
            <a:ext cx="649800" cy="34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NAS</a:t>
            </a:r>
            <a:endParaRPr lang="it-IT" sz="1400" b="0" strike="noStrike" spc="-1" dirty="0">
              <a:latin typeface="Arial"/>
            </a:endParaRPr>
          </a:p>
        </p:txBody>
      </p:sp>
      <p:sp>
        <p:nvSpPr>
          <p:cNvPr id="79" name="CustomShape 35"/>
          <p:cNvSpPr/>
          <p:nvPr/>
        </p:nvSpPr>
        <p:spPr>
          <a:xfrm>
            <a:off x="8494560" y="1656000"/>
            <a:ext cx="1297440" cy="345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Stampante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80" name="CustomShape 36"/>
          <p:cNvSpPr/>
          <p:nvPr/>
        </p:nvSpPr>
        <p:spPr>
          <a:xfrm>
            <a:off x="4176720" y="4248000"/>
            <a:ext cx="2086920" cy="30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Access Point extender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81" name="CustomShape 37"/>
          <p:cNvSpPr/>
          <p:nvPr/>
        </p:nvSpPr>
        <p:spPr>
          <a:xfrm>
            <a:off x="5261054" y="3595048"/>
            <a:ext cx="171216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xxx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82" name="CustomShape 38"/>
          <p:cNvSpPr/>
          <p:nvPr/>
        </p:nvSpPr>
        <p:spPr>
          <a:xfrm>
            <a:off x="5665878" y="4562063"/>
            <a:ext cx="1712160" cy="260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VLAN xxx</a:t>
            </a:r>
            <a:endParaRPr lang="it-IT" sz="1200" b="0" strike="noStrike" spc="-1" dirty="0">
              <a:latin typeface="Arial"/>
            </a:endParaRPr>
          </a:p>
        </p:txBody>
      </p:sp>
      <p:sp>
        <p:nvSpPr>
          <p:cNvPr id="83" name="CustomShape 39"/>
          <p:cNvSpPr/>
          <p:nvPr/>
        </p:nvSpPr>
        <p:spPr>
          <a:xfrm>
            <a:off x="196485" y="4692383"/>
            <a:ext cx="2231527" cy="8295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200" b="1" strike="noStrike" spc="-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ALPR24.1.B - Schema Infrastruttura</a:t>
            </a:r>
          </a:p>
          <a:p>
            <a:pPr>
              <a:lnSpc>
                <a:spcPct val="100000"/>
              </a:lnSpc>
            </a:pPr>
            <a:r>
              <a:rPr lang="it-IT" sz="1200" b="0" strike="noStrike" spc="-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Rev. </a:t>
            </a:r>
            <a:r>
              <a:rPr lang="it-IT" sz="1200" spc="-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0</a:t>
            </a:r>
            <a:r>
              <a:rPr lang="it-IT" sz="1200" b="0" strike="noStrike" spc="-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.0  </a:t>
            </a:r>
            <a:r>
              <a:rPr lang="it-IT" sz="1200" b="0" strike="noStrike" spc="-1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-  24/04/2026</a:t>
            </a:r>
            <a:endParaRPr lang="it-IT" sz="1200" b="0" strike="noStrike" spc="-1" dirty="0">
              <a:solidFill>
                <a:srgbClr val="000000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it-IT" sz="1200" spc="-1" dirty="0">
                <a:solidFill>
                  <a:srgbClr val="000000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Classificazione - Interno</a:t>
            </a:r>
            <a:endParaRPr lang="it-IT" sz="1200" b="0" strike="noStrike" spc="-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84" name="Line 9">
            <a:extLst>
              <a:ext uri="{FF2B5EF4-FFF2-40B4-BE49-F238E27FC236}">
                <a16:creationId xmlns:a16="http://schemas.microsoft.com/office/drawing/2014/main" id="{472B4EFF-6B6B-45D1-8294-AB2027593153}"/>
              </a:ext>
            </a:extLst>
          </p:cNvPr>
          <p:cNvSpPr/>
          <p:nvPr/>
        </p:nvSpPr>
        <p:spPr>
          <a:xfrm>
            <a:off x="1228920" y="2316294"/>
            <a:ext cx="1512000" cy="0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5" name="Line 10">
            <a:extLst>
              <a:ext uri="{FF2B5EF4-FFF2-40B4-BE49-F238E27FC236}">
                <a16:creationId xmlns:a16="http://schemas.microsoft.com/office/drawing/2014/main" id="{FC2355A7-1623-4FA4-86C4-0A006CBC52CD}"/>
              </a:ext>
            </a:extLst>
          </p:cNvPr>
          <p:cNvSpPr/>
          <p:nvPr/>
        </p:nvSpPr>
        <p:spPr>
          <a:xfrm flipV="1">
            <a:off x="1228920" y="1452294"/>
            <a:ext cx="0" cy="864000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6" name="Line 6">
            <a:extLst>
              <a:ext uri="{FF2B5EF4-FFF2-40B4-BE49-F238E27FC236}">
                <a16:creationId xmlns:a16="http://schemas.microsoft.com/office/drawing/2014/main" id="{E16A5589-6E97-46B5-9424-D873B9BFF05F}"/>
              </a:ext>
            </a:extLst>
          </p:cNvPr>
          <p:cNvSpPr/>
          <p:nvPr/>
        </p:nvSpPr>
        <p:spPr>
          <a:xfrm flipH="1">
            <a:off x="3604919" y="2803164"/>
            <a:ext cx="3024720" cy="0"/>
          </a:xfrm>
          <a:prstGeom prst="line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7" name="Line 13">
            <a:extLst>
              <a:ext uri="{FF2B5EF4-FFF2-40B4-BE49-F238E27FC236}">
                <a16:creationId xmlns:a16="http://schemas.microsoft.com/office/drawing/2014/main" id="{1F1828BA-831A-41BE-B9A6-DDFB19FF3A73}"/>
              </a:ext>
            </a:extLst>
          </p:cNvPr>
          <p:cNvSpPr/>
          <p:nvPr/>
        </p:nvSpPr>
        <p:spPr>
          <a:xfrm>
            <a:off x="3604919" y="1921164"/>
            <a:ext cx="1440000" cy="0"/>
          </a:xfrm>
          <a:prstGeom prst="line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89" name="Line 4">
            <a:extLst>
              <a:ext uri="{FF2B5EF4-FFF2-40B4-BE49-F238E27FC236}">
                <a16:creationId xmlns:a16="http://schemas.microsoft.com/office/drawing/2014/main" id="{028050AE-919B-44D8-9321-D78AD3BC54F6}"/>
              </a:ext>
            </a:extLst>
          </p:cNvPr>
          <p:cNvSpPr/>
          <p:nvPr/>
        </p:nvSpPr>
        <p:spPr>
          <a:xfrm flipV="1">
            <a:off x="3289164" y="4806025"/>
            <a:ext cx="1262298" cy="773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1" name="Line 7">
            <a:extLst>
              <a:ext uri="{FF2B5EF4-FFF2-40B4-BE49-F238E27FC236}">
                <a16:creationId xmlns:a16="http://schemas.microsoft.com/office/drawing/2014/main" id="{5208D826-078D-443A-80AF-44E5093DA02E}"/>
              </a:ext>
            </a:extLst>
          </p:cNvPr>
          <p:cNvSpPr/>
          <p:nvPr/>
        </p:nvSpPr>
        <p:spPr>
          <a:xfrm flipV="1">
            <a:off x="3295278" y="3059287"/>
            <a:ext cx="1260" cy="1747152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3" name="Line 17">
            <a:extLst>
              <a:ext uri="{FF2B5EF4-FFF2-40B4-BE49-F238E27FC236}">
                <a16:creationId xmlns:a16="http://schemas.microsoft.com/office/drawing/2014/main" id="{17599D82-678D-4000-A836-12414BD89F02}"/>
              </a:ext>
            </a:extLst>
          </p:cNvPr>
          <p:cNvSpPr/>
          <p:nvPr/>
        </p:nvSpPr>
        <p:spPr>
          <a:xfrm flipV="1">
            <a:off x="3476628" y="3056489"/>
            <a:ext cx="16470" cy="799199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4" name="Line 18">
            <a:extLst>
              <a:ext uri="{FF2B5EF4-FFF2-40B4-BE49-F238E27FC236}">
                <a16:creationId xmlns:a16="http://schemas.microsoft.com/office/drawing/2014/main" id="{0E024268-6254-4750-936B-454C693ED88D}"/>
              </a:ext>
            </a:extLst>
          </p:cNvPr>
          <p:cNvSpPr/>
          <p:nvPr/>
        </p:nvSpPr>
        <p:spPr>
          <a:xfrm>
            <a:off x="3483572" y="3856050"/>
            <a:ext cx="95544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6" name="Line 26">
            <a:extLst>
              <a:ext uri="{FF2B5EF4-FFF2-40B4-BE49-F238E27FC236}">
                <a16:creationId xmlns:a16="http://schemas.microsoft.com/office/drawing/2014/main" id="{69D7870B-BF50-47D8-B8D6-6F482509DB78}"/>
              </a:ext>
            </a:extLst>
          </p:cNvPr>
          <p:cNvSpPr/>
          <p:nvPr/>
        </p:nvSpPr>
        <p:spPr>
          <a:xfrm flipV="1">
            <a:off x="3080538" y="3063330"/>
            <a:ext cx="0" cy="2088720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F4CFDA43-6DEE-4CE7-9D0C-30DB91679563}"/>
              </a:ext>
            </a:extLst>
          </p:cNvPr>
          <p:cNvSpPr/>
          <p:nvPr/>
        </p:nvSpPr>
        <p:spPr>
          <a:xfrm>
            <a:off x="3080538" y="5152050"/>
            <a:ext cx="534600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100" name="Line 30">
            <a:extLst>
              <a:ext uri="{FF2B5EF4-FFF2-40B4-BE49-F238E27FC236}">
                <a16:creationId xmlns:a16="http://schemas.microsoft.com/office/drawing/2014/main" id="{253CDCEB-602D-4C00-947B-C7F9C55D24F3}"/>
              </a:ext>
            </a:extLst>
          </p:cNvPr>
          <p:cNvSpPr/>
          <p:nvPr/>
        </p:nvSpPr>
        <p:spPr>
          <a:xfrm flipV="1">
            <a:off x="8419158" y="4085305"/>
            <a:ext cx="6989" cy="1066743"/>
          </a:xfrm>
          <a:prstGeom prst="line">
            <a:avLst/>
          </a:prstGeom>
          <a:ln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  <p:sp>
        <p:nvSpPr>
          <p:cNvPr id="90" name="Line 6">
            <a:extLst>
              <a:ext uri="{FF2B5EF4-FFF2-40B4-BE49-F238E27FC236}">
                <a16:creationId xmlns:a16="http://schemas.microsoft.com/office/drawing/2014/main" id="{E8F36508-9D9B-4208-B9D3-C65B39921819}"/>
              </a:ext>
            </a:extLst>
          </p:cNvPr>
          <p:cNvSpPr/>
          <p:nvPr/>
        </p:nvSpPr>
        <p:spPr>
          <a:xfrm flipH="1">
            <a:off x="3617974" y="2390537"/>
            <a:ext cx="4950025" cy="16381"/>
          </a:xfrm>
          <a:prstGeom prst="line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</Words>
  <Application>Microsoft Office PowerPoint</Application>
  <PresentationFormat>Personalizzato</PresentationFormat>
  <Paragraphs>24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4" baseType="lpstr">
      <vt:lpstr>Arial</vt:lpstr>
      <vt:lpstr>Ebrima</vt:lpstr>
      <vt:lpstr>Office Theme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dc:description/>
  <cp:lastModifiedBy>Rosalba Campolo</cp:lastModifiedBy>
  <cp:revision>25</cp:revision>
  <dcterms:created xsi:type="dcterms:W3CDTF">2020-07-20T11:31:59Z</dcterms:created>
  <dcterms:modified xsi:type="dcterms:W3CDTF">2026-07-27T10:52:21Z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Personalizzato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</Properties>
</file>