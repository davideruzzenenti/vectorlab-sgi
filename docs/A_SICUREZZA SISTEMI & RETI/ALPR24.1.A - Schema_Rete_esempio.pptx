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E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lba Campolo" userId="0b07fdf0-13a3-4f5f-9264-ce914ac80b18" providerId="ADAL" clId="{64E5F751-6C14-4B2B-BBBB-E19456482407}"/>
    <pc:docChg chg="modSld">
      <pc:chgData name="Rosalba Campolo" userId="0b07fdf0-13a3-4f5f-9264-ce914ac80b18" providerId="ADAL" clId="{64E5F751-6C14-4B2B-BBBB-E19456482407}" dt="2026-07-27T10:51:21.471" v="38" actId="20577"/>
      <pc:docMkLst>
        <pc:docMk/>
      </pc:docMkLst>
      <pc:sldChg chg="modSp mod">
        <pc:chgData name="Rosalba Campolo" userId="0b07fdf0-13a3-4f5f-9264-ce914ac80b18" providerId="ADAL" clId="{64E5F751-6C14-4B2B-BBBB-E19456482407}" dt="2026-07-27T10:51:21.471" v="38" actId="20577"/>
        <pc:sldMkLst>
          <pc:docMk/>
          <pc:sldMk cId="906888234" sldId="257"/>
        </pc:sldMkLst>
        <pc:spChg chg="mod">
          <ac:chgData name="Rosalba Campolo" userId="0b07fdf0-13a3-4f5f-9264-ce914ac80b18" providerId="ADAL" clId="{64E5F751-6C14-4B2B-BBBB-E19456482407}" dt="2026-07-27T10:51:21.471" v="38" actId="20577"/>
          <ac:spMkLst>
            <pc:docMk/>
            <pc:sldMk cId="906888234" sldId="257"/>
            <ac:spMk id="3" creationId="{62A68EEA-15A0-B692-4EE0-BA7E25F1E39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5BC-587F-43CB-9330-AE99D4A92ED1}" type="datetimeFigureOut">
              <a:rPr lang="it-IT" smtClean="0"/>
              <a:t>27/07/2026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236F-7A9F-41F3-8B6E-C5ADD9708E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1535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5BC-587F-43CB-9330-AE99D4A92ED1}" type="datetimeFigureOut">
              <a:rPr lang="it-IT" smtClean="0"/>
              <a:t>27/07/2026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236F-7A9F-41F3-8B6E-C5ADD9708E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574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5BC-587F-43CB-9330-AE99D4A92ED1}" type="datetimeFigureOut">
              <a:rPr lang="it-IT" smtClean="0"/>
              <a:t>27/07/2026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236F-7A9F-41F3-8B6E-C5ADD9708E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9804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5BC-587F-43CB-9330-AE99D4A92ED1}" type="datetimeFigureOut">
              <a:rPr lang="it-IT" smtClean="0"/>
              <a:t>27/07/2026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236F-7A9F-41F3-8B6E-C5ADD9708E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211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5BC-587F-43CB-9330-AE99D4A92ED1}" type="datetimeFigureOut">
              <a:rPr lang="it-IT" smtClean="0"/>
              <a:t>27/07/2026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236F-7A9F-41F3-8B6E-C5ADD9708E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495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5BC-587F-43CB-9330-AE99D4A92ED1}" type="datetimeFigureOut">
              <a:rPr lang="it-IT" smtClean="0"/>
              <a:t>27/07/2026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236F-7A9F-41F3-8B6E-C5ADD9708E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283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5BC-587F-43CB-9330-AE99D4A92ED1}" type="datetimeFigureOut">
              <a:rPr lang="it-IT" smtClean="0"/>
              <a:t>27/07/2026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236F-7A9F-41F3-8B6E-C5ADD9708E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694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5BC-587F-43CB-9330-AE99D4A92ED1}" type="datetimeFigureOut">
              <a:rPr lang="it-IT" smtClean="0"/>
              <a:t>27/07/2026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236F-7A9F-41F3-8B6E-C5ADD9708E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505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5BC-587F-43CB-9330-AE99D4A92ED1}" type="datetimeFigureOut">
              <a:rPr lang="it-IT" smtClean="0"/>
              <a:t>27/07/2026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236F-7A9F-41F3-8B6E-C5ADD9708E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8568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5BC-587F-43CB-9330-AE99D4A92ED1}" type="datetimeFigureOut">
              <a:rPr lang="it-IT" smtClean="0"/>
              <a:t>27/07/2026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236F-7A9F-41F3-8B6E-C5ADD9708E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788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5BC-587F-43CB-9330-AE99D4A92ED1}" type="datetimeFigureOut">
              <a:rPr lang="it-IT" smtClean="0"/>
              <a:t>27/07/2026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236F-7A9F-41F3-8B6E-C5ADD9708E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2046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5D5BC-587F-43CB-9330-AE99D4A92ED1}" type="datetimeFigureOut">
              <a:rPr lang="it-IT" smtClean="0"/>
              <a:t>27/07/2026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2236F-7A9F-41F3-8B6E-C5ADD9708E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1518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8.wmf"/><Relationship Id="rId3" Type="http://schemas.openxmlformats.org/officeDocument/2006/relationships/image" Target="../media/image3.png"/><Relationship Id="rId21" Type="http://schemas.openxmlformats.org/officeDocument/2006/relationships/image" Target="../media/image20.w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7.wmf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9.wmf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3.png"/><Relationship Id="rId17" Type="http://schemas.openxmlformats.org/officeDocument/2006/relationships/image" Target="../media/image25.png"/><Relationship Id="rId2" Type="http://schemas.openxmlformats.org/officeDocument/2006/relationships/image" Target="../media/image20.wmf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image" Target="../media/image10.png"/><Relationship Id="rId10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49665" y="-27428"/>
            <a:ext cx="1956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Datacenter – VLAN</a:t>
            </a:r>
          </a:p>
        </p:txBody>
      </p:sp>
      <p:grpSp>
        <p:nvGrpSpPr>
          <p:cNvPr id="3" name="Gruppo 2"/>
          <p:cNvGrpSpPr/>
          <p:nvPr/>
        </p:nvGrpSpPr>
        <p:grpSpPr>
          <a:xfrm>
            <a:off x="575362" y="579325"/>
            <a:ext cx="532276" cy="555340"/>
            <a:chOff x="6629701" y="1157559"/>
            <a:chExt cx="1110770" cy="1195843"/>
          </a:xfrm>
        </p:grpSpPr>
        <p:sp>
          <p:nvSpPr>
            <p:cNvPr id="5" name="Rettangolo arrotondato 4"/>
            <p:cNvSpPr/>
            <p:nvPr/>
          </p:nvSpPr>
          <p:spPr>
            <a:xfrm>
              <a:off x="6629701" y="1157559"/>
              <a:ext cx="1110770" cy="119584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6" name="Immagin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9701" y="1205287"/>
              <a:ext cx="911510" cy="911510"/>
            </a:xfrm>
            <a:prstGeom prst="rect">
              <a:avLst/>
            </a:prstGeom>
          </p:spPr>
        </p:pic>
        <p:pic>
          <p:nvPicPr>
            <p:cNvPr id="7" name="Immagin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5456" y="1637408"/>
              <a:ext cx="602279" cy="602279"/>
            </a:xfrm>
            <a:prstGeom prst="rect">
              <a:avLst/>
            </a:prstGeom>
          </p:spPr>
        </p:pic>
      </p:grpSp>
      <p:sp>
        <p:nvSpPr>
          <p:cNvPr id="2" name="CasellaDiTesto 1"/>
          <p:cNvSpPr txBox="1"/>
          <p:nvPr/>
        </p:nvSpPr>
        <p:spPr>
          <a:xfrm>
            <a:off x="1181513" y="655456"/>
            <a:ext cx="1648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Terminal Server</a:t>
            </a:r>
          </a:p>
        </p:txBody>
      </p:sp>
      <p:grpSp>
        <p:nvGrpSpPr>
          <p:cNvPr id="10" name="Gruppo 9"/>
          <p:cNvGrpSpPr/>
          <p:nvPr/>
        </p:nvGrpSpPr>
        <p:grpSpPr>
          <a:xfrm>
            <a:off x="581582" y="2318833"/>
            <a:ext cx="532276" cy="555340"/>
            <a:chOff x="3622374" y="1157559"/>
            <a:chExt cx="1110770" cy="1195843"/>
          </a:xfrm>
        </p:grpSpPr>
        <p:sp>
          <p:nvSpPr>
            <p:cNvPr id="11" name="Rettangolo arrotondato 10"/>
            <p:cNvSpPr/>
            <p:nvPr/>
          </p:nvSpPr>
          <p:spPr>
            <a:xfrm>
              <a:off x="3622374" y="1157559"/>
              <a:ext cx="1110770" cy="119584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6502" y="1205287"/>
              <a:ext cx="911510" cy="911510"/>
            </a:xfrm>
            <a:prstGeom prst="rect">
              <a:avLst/>
            </a:prstGeom>
          </p:spPr>
        </p:pic>
        <p:pic>
          <p:nvPicPr>
            <p:cNvPr id="13" name="Immagine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758" y="1607433"/>
              <a:ext cx="632254" cy="632254"/>
            </a:xfrm>
            <a:prstGeom prst="rect">
              <a:avLst/>
            </a:prstGeom>
          </p:spPr>
        </p:pic>
      </p:grpSp>
      <p:grpSp>
        <p:nvGrpSpPr>
          <p:cNvPr id="18" name="Gruppo 17"/>
          <p:cNvGrpSpPr/>
          <p:nvPr/>
        </p:nvGrpSpPr>
        <p:grpSpPr>
          <a:xfrm>
            <a:off x="575362" y="1440264"/>
            <a:ext cx="532276" cy="555340"/>
            <a:chOff x="2377149" y="3715522"/>
            <a:chExt cx="1110770" cy="1195843"/>
          </a:xfrm>
        </p:grpSpPr>
        <p:sp>
          <p:nvSpPr>
            <p:cNvPr id="19" name="Rettangolo arrotondato 18"/>
            <p:cNvSpPr/>
            <p:nvPr/>
          </p:nvSpPr>
          <p:spPr>
            <a:xfrm>
              <a:off x="2377149" y="3715522"/>
              <a:ext cx="1110770" cy="119584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149" y="3715522"/>
              <a:ext cx="911510" cy="911510"/>
            </a:xfrm>
            <a:prstGeom prst="rect">
              <a:avLst/>
            </a:prstGeom>
          </p:spPr>
        </p:pic>
        <p:pic>
          <p:nvPicPr>
            <p:cNvPr id="21" name="Immagine 2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6069" y="4171277"/>
              <a:ext cx="606158" cy="606158"/>
            </a:xfrm>
            <a:prstGeom prst="rect">
              <a:avLst/>
            </a:prstGeom>
          </p:spPr>
        </p:pic>
      </p:grpSp>
      <p:grpSp>
        <p:nvGrpSpPr>
          <p:cNvPr id="22" name="Gruppo 21"/>
          <p:cNvGrpSpPr/>
          <p:nvPr/>
        </p:nvGrpSpPr>
        <p:grpSpPr>
          <a:xfrm>
            <a:off x="584701" y="3194718"/>
            <a:ext cx="532276" cy="555340"/>
            <a:chOff x="6729189" y="3706349"/>
            <a:chExt cx="1110770" cy="1195843"/>
          </a:xfrm>
        </p:grpSpPr>
        <p:grpSp>
          <p:nvGrpSpPr>
            <p:cNvPr id="23" name="Gruppo 22"/>
            <p:cNvGrpSpPr/>
            <p:nvPr/>
          </p:nvGrpSpPr>
          <p:grpSpPr>
            <a:xfrm>
              <a:off x="6729189" y="3706349"/>
              <a:ext cx="1110770" cy="1195843"/>
              <a:chOff x="6629701" y="1157559"/>
              <a:chExt cx="1110770" cy="1195843"/>
            </a:xfrm>
          </p:grpSpPr>
          <p:sp>
            <p:nvSpPr>
              <p:cNvPr id="25" name="Rettangolo arrotondato 24"/>
              <p:cNvSpPr/>
              <p:nvPr/>
            </p:nvSpPr>
            <p:spPr>
              <a:xfrm>
                <a:off x="6629701" y="1157559"/>
                <a:ext cx="1110770" cy="1195843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pic>
            <p:nvPicPr>
              <p:cNvPr id="26" name="Immagine 25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29701" y="1205287"/>
                <a:ext cx="911510" cy="911510"/>
              </a:xfrm>
              <a:prstGeom prst="rect">
                <a:avLst/>
              </a:prstGeom>
            </p:spPr>
          </p:pic>
        </p:grpSp>
        <p:pic>
          <p:nvPicPr>
            <p:cNvPr id="24" name="Immagine 2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2171" y="4207993"/>
              <a:ext cx="628158" cy="628158"/>
            </a:xfrm>
            <a:prstGeom prst="rect">
              <a:avLst/>
            </a:prstGeom>
          </p:spPr>
        </p:pic>
      </p:grpSp>
      <p:grpSp>
        <p:nvGrpSpPr>
          <p:cNvPr id="8" name="Gruppo 7"/>
          <p:cNvGrpSpPr/>
          <p:nvPr/>
        </p:nvGrpSpPr>
        <p:grpSpPr>
          <a:xfrm>
            <a:off x="3892179" y="4976165"/>
            <a:ext cx="532276" cy="555340"/>
            <a:chOff x="3892179" y="4976165"/>
            <a:chExt cx="532276" cy="555340"/>
          </a:xfrm>
        </p:grpSpPr>
        <p:sp>
          <p:nvSpPr>
            <p:cNvPr id="28" name="Rettangolo arrotondato 27"/>
            <p:cNvSpPr/>
            <p:nvPr/>
          </p:nvSpPr>
          <p:spPr>
            <a:xfrm>
              <a:off x="3892179" y="4976165"/>
              <a:ext cx="532276" cy="55534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9" name="Immagine 2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2179" y="4998330"/>
              <a:ext cx="436792" cy="423298"/>
            </a:xfrm>
            <a:prstGeom prst="rect">
              <a:avLst/>
            </a:prstGeom>
          </p:spPr>
        </p:pic>
        <p:pic>
          <p:nvPicPr>
            <p:cNvPr id="30" name="Immagine 29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6261" y="5135215"/>
              <a:ext cx="388194" cy="388194"/>
            </a:xfrm>
            <a:prstGeom prst="rect">
              <a:avLst/>
            </a:prstGeom>
          </p:spPr>
        </p:pic>
      </p:grpSp>
      <p:grpSp>
        <p:nvGrpSpPr>
          <p:cNvPr id="31" name="Gruppo 30"/>
          <p:cNvGrpSpPr/>
          <p:nvPr/>
        </p:nvGrpSpPr>
        <p:grpSpPr>
          <a:xfrm>
            <a:off x="568463" y="4072727"/>
            <a:ext cx="552585" cy="563584"/>
            <a:chOff x="3728301" y="4606579"/>
            <a:chExt cx="552585" cy="563584"/>
          </a:xfrm>
        </p:grpSpPr>
        <p:sp>
          <p:nvSpPr>
            <p:cNvPr id="32" name="Rettangolo arrotondato 31"/>
            <p:cNvSpPr/>
            <p:nvPr/>
          </p:nvSpPr>
          <p:spPr>
            <a:xfrm>
              <a:off x="3728301" y="4606579"/>
              <a:ext cx="532276" cy="55534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3" name="Immagine 3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8301" y="4628744"/>
              <a:ext cx="436792" cy="423298"/>
            </a:xfrm>
            <a:prstGeom prst="rect">
              <a:avLst/>
            </a:prstGeom>
          </p:spPr>
        </p:pic>
        <p:pic>
          <p:nvPicPr>
            <p:cNvPr id="34" name="Immagine 3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6697" y="4829417"/>
              <a:ext cx="288609" cy="279694"/>
            </a:xfrm>
            <a:prstGeom prst="rect">
              <a:avLst/>
            </a:prstGeom>
          </p:spPr>
        </p:pic>
        <p:pic>
          <p:nvPicPr>
            <p:cNvPr id="35" name="Immagine 3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4713" y="4807901"/>
              <a:ext cx="356173" cy="362262"/>
            </a:xfrm>
            <a:prstGeom prst="rect">
              <a:avLst/>
            </a:prstGeom>
          </p:spPr>
        </p:pic>
      </p:grpSp>
      <p:grpSp>
        <p:nvGrpSpPr>
          <p:cNvPr id="36" name="Gruppo 35"/>
          <p:cNvGrpSpPr/>
          <p:nvPr/>
        </p:nvGrpSpPr>
        <p:grpSpPr>
          <a:xfrm>
            <a:off x="3912945" y="1440264"/>
            <a:ext cx="561739" cy="555340"/>
            <a:chOff x="5686700" y="2463239"/>
            <a:chExt cx="561739" cy="555340"/>
          </a:xfrm>
        </p:grpSpPr>
        <p:sp>
          <p:nvSpPr>
            <p:cNvPr id="37" name="Rettangolo arrotondato 36"/>
            <p:cNvSpPr/>
            <p:nvPr/>
          </p:nvSpPr>
          <p:spPr>
            <a:xfrm>
              <a:off x="5686700" y="2463239"/>
              <a:ext cx="532276" cy="55534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8" name="Immagine 3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6700" y="2485404"/>
              <a:ext cx="436792" cy="423298"/>
            </a:xfrm>
            <a:prstGeom prst="rect">
              <a:avLst/>
            </a:prstGeom>
          </p:spPr>
        </p:pic>
        <p:pic>
          <p:nvPicPr>
            <p:cNvPr id="39" name="Immagine 38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7493" y="2697053"/>
              <a:ext cx="350946" cy="293613"/>
            </a:xfrm>
            <a:prstGeom prst="rect">
              <a:avLst/>
            </a:prstGeom>
          </p:spPr>
        </p:pic>
      </p:grpSp>
      <p:grpSp>
        <p:nvGrpSpPr>
          <p:cNvPr id="40" name="Gruppo 39"/>
          <p:cNvGrpSpPr/>
          <p:nvPr/>
        </p:nvGrpSpPr>
        <p:grpSpPr>
          <a:xfrm>
            <a:off x="575362" y="5847160"/>
            <a:ext cx="532276" cy="555340"/>
            <a:chOff x="4092354" y="4392011"/>
            <a:chExt cx="532276" cy="555340"/>
          </a:xfrm>
        </p:grpSpPr>
        <p:sp>
          <p:nvSpPr>
            <p:cNvPr id="41" name="Rettangolo arrotondato 40"/>
            <p:cNvSpPr/>
            <p:nvPr/>
          </p:nvSpPr>
          <p:spPr>
            <a:xfrm>
              <a:off x="4092354" y="4392011"/>
              <a:ext cx="532276" cy="555340"/>
            </a:xfrm>
            <a:prstGeom prst="roundRect">
              <a:avLst/>
            </a:prstGeom>
            <a:solidFill>
              <a:srgbClr val="A9E7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2" name="Immagine 4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354" y="4414176"/>
              <a:ext cx="436792" cy="423298"/>
            </a:xfrm>
            <a:prstGeom prst="rect">
              <a:avLst/>
            </a:prstGeom>
          </p:spPr>
        </p:pic>
        <p:pic>
          <p:nvPicPr>
            <p:cNvPr id="43" name="Immagine 42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1752" y="4646686"/>
              <a:ext cx="433757" cy="293509"/>
            </a:xfrm>
            <a:prstGeom prst="rect">
              <a:avLst/>
            </a:prstGeom>
          </p:spPr>
        </p:pic>
      </p:grpSp>
      <p:grpSp>
        <p:nvGrpSpPr>
          <p:cNvPr id="51" name="Gruppo 50"/>
          <p:cNvGrpSpPr/>
          <p:nvPr/>
        </p:nvGrpSpPr>
        <p:grpSpPr>
          <a:xfrm>
            <a:off x="575362" y="4957578"/>
            <a:ext cx="532276" cy="555340"/>
            <a:chOff x="6758243" y="1192635"/>
            <a:chExt cx="532276" cy="555340"/>
          </a:xfrm>
        </p:grpSpPr>
        <p:sp>
          <p:nvSpPr>
            <p:cNvPr id="52" name="Rettangolo arrotondato 51"/>
            <p:cNvSpPr/>
            <p:nvPr/>
          </p:nvSpPr>
          <p:spPr>
            <a:xfrm>
              <a:off x="6758243" y="1192635"/>
              <a:ext cx="532276" cy="55534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53" name="Immagine 5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8243" y="1192635"/>
              <a:ext cx="436792" cy="423298"/>
            </a:xfrm>
            <a:prstGeom prst="rect">
              <a:avLst/>
            </a:prstGeom>
          </p:spPr>
        </p:pic>
        <p:pic>
          <p:nvPicPr>
            <p:cNvPr id="54" name="Immagine 5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7045" y="1440729"/>
              <a:ext cx="290468" cy="281495"/>
            </a:xfrm>
            <a:prstGeom prst="rect">
              <a:avLst/>
            </a:prstGeom>
          </p:spPr>
        </p:pic>
        <p:pic>
          <p:nvPicPr>
            <p:cNvPr id="55" name="Immagine 54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1733" y="1484609"/>
              <a:ext cx="262648" cy="262648"/>
            </a:xfrm>
            <a:prstGeom prst="rect">
              <a:avLst/>
            </a:prstGeom>
          </p:spPr>
        </p:pic>
      </p:grpSp>
      <p:grpSp>
        <p:nvGrpSpPr>
          <p:cNvPr id="66" name="Gruppo 65"/>
          <p:cNvGrpSpPr/>
          <p:nvPr/>
        </p:nvGrpSpPr>
        <p:grpSpPr>
          <a:xfrm>
            <a:off x="3912945" y="572637"/>
            <a:ext cx="547476" cy="562028"/>
            <a:chOff x="9518963" y="2489796"/>
            <a:chExt cx="547476" cy="562028"/>
          </a:xfrm>
        </p:grpSpPr>
        <p:grpSp>
          <p:nvGrpSpPr>
            <p:cNvPr id="67" name="Gruppo 66"/>
            <p:cNvGrpSpPr/>
            <p:nvPr/>
          </p:nvGrpSpPr>
          <p:grpSpPr>
            <a:xfrm>
              <a:off x="9518963" y="2489796"/>
              <a:ext cx="532276" cy="555340"/>
              <a:chOff x="4092354" y="4392011"/>
              <a:chExt cx="532276" cy="555340"/>
            </a:xfrm>
          </p:grpSpPr>
          <p:sp>
            <p:nvSpPr>
              <p:cNvPr id="69" name="Rettangolo arrotondato 68"/>
              <p:cNvSpPr/>
              <p:nvPr/>
            </p:nvSpPr>
            <p:spPr>
              <a:xfrm>
                <a:off x="4092354" y="4392011"/>
                <a:ext cx="532276" cy="555340"/>
              </a:xfrm>
              <a:prstGeom prst="roundRect">
                <a:avLst/>
              </a:prstGeom>
              <a:solidFill>
                <a:srgbClr val="A9E7E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pic>
            <p:nvPicPr>
              <p:cNvPr id="70" name="Immagine 6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92354" y="4414176"/>
                <a:ext cx="436792" cy="423298"/>
              </a:xfrm>
              <a:prstGeom prst="rect">
                <a:avLst/>
              </a:prstGeom>
            </p:spPr>
          </p:pic>
        </p:grpSp>
        <p:pic>
          <p:nvPicPr>
            <p:cNvPr id="68" name="Immagine 67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23958" y="2709343"/>
              <a:ext cx="342481" cy="342481"/>
            </a:xfrm>
            <a:prstGeom prst="rect">
              <a:avLst/>
            </a:prstGeom>
          </p:spPr>
        </p:pic>
      </p:grpSp>
      <p:grpSp>
        <p:nvGrpSpPr>
          <p:cNvPr id="79" name="Gruppo 78"/>
          <p:cNvGrpSpPr/>
          <p:nvPr/>
        </p:nvGrpSpPr>
        <p:grpSpPr>
          <a:xfrm>
            <a:off x="3912394" y="5868611"/>
            <a:ext cx="532276" cy="555340"/>
            <a:chOff x="6783705" y="2388422"/>
            <a:chExt cx="532276" cy="555340"/>
          </a:xfrm>
        </p:grpSpPr>
        <p:sp>
          <p:nvSpPr>
            <p:cNvPr id="80" name="Rettangolo arrotondato 79"/>
            <p:cNvSpPr/>
            <p:nvPr/>
          </p:nvSpPr>
          <p:spPr>
            <a:xfrm>
              <a:off x="6783705" y="2388422"/>
              <a:ext cx="532276" cy="55534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81" name="Immagine 8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3705" y="2410587"/>
              <a:ext cx="436792" cy="423298"/>
            </a:xfrm>
            <a:prstGeom prst="rect">
              <a:avLst/>
            </a:prstGeom>
          </p:spPr>
        </p:pic>
        <p:pic>
          <p:nvPicPr>
            <p:cNvPr id="82" name="Immagine 81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02086" y="2628700"/>
              <a:ext cx="304800" cy="304800"/>
            </a:xfrm>
            <a:prstGeom prst="rect">
              <a:avLst/>
            </a:prstGeom>
          </p:spPr>
        </p:pic>
      </p:grpSp>
      <p:grpSp>
        <p:nvGrpSpPr>
          <p:cNvPr id="83" name="Gruppo 82"/>
          <p:cNvGrpSpPr/>
          <p:nvPr/>
        </p:nvGrpSpPr>
        <p:grpSpPr>
          <a:xfrm>
            <a:off x="3912093" y="2304550"/>
            <a:ext cx="532276" cy="564621"/>
            <a:chOff x="8564695" y="2368879"/>
            <a:chExt cx="532276" cy="564621"/>
          </a:xfrm>
        </p:grpSpPr>
        <p:sp>
          <p:nvSpPr>
            <p:cNvPr id="84" name="Rettangolo arrotondato 83"/>
            <p:cNvSpPr/>
            <p:nvPr/>
          </p:nvSpPr>
          <p:spPr>
            <a:xfrm>
              <a:off x="8564695" y="2368879"/>
              <a:ext cx="532276" cy="55534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85" name="Immagine 8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4695" y="2391044"/>
              <a:ext cx="436792" cy="423298"/>
            </a:xfrm>
            <a:prstGeom prst="rect">
              <a:avLst/>
            </a:prstGeom>
          </p:spPr>
        </p:pic>
        <p:pic>
          <p:nvPicPr>
            <p:cNvPr id="86" name="Immagine 85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71313" y="2619620"/>
              <a:ext cx="313880" cy="313880"/>
            </a:xfrm>
            <a:prstGeom prst="rect">
              <a:avLst/>
            </a:prstGeom>
          </p:spPr>
        </p:pic>
      </p:grpSp>
      <p:grpSp>
        <p:nvGrpSpPr>
          <p:cNvPr id="87" name="Gruppo 86"/>
          <p:cNvGrpSpPr/>
          <p:nvPr/>
        </p:nvGrpSpPr>
        <p:grpSpPr>
          <a:xfrm>
            <a:off x="3917309" y="3194718"/>
            <a:ext cx="532276" cy="555340"/>
            <a:chOff x="9714518" y="1268257"/>
            <a:chExt cx="532276" cy="555340"/>
          </a:xfrm>
        </p:grpSpPr>
        <p:sp>
          <p:nvSpPr>
            <p:cNvPr id="88" name="Rettangolo arrotondato 87"/>
            <p:cNvSpPr/>
            <p:nvPr/>
          </p:nvSpPr>
          <p:spPr>
            <a:xfrm>
              <a:off x="9714518" y="1268257"/>
              <a:ext cx="532276" cy="55534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89" name="Immagine 8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4518" y="1290422"/>
              <a:ext cx="436792" cy="423298"/>
            </a:xfrm>
            <a:prstGeom prst="rect">
              <a:avLst/>
            </a:prstGeom>
          </p:spPr>
        </p:pic>
        <p:pic>
          <p:nvPicPr>
            <p:cNvPr id="90" name="Immagine 89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2914" y="1526658"/>
              <a:ext cx="272370" cy="272370"/>
            </a:xfrm>
            <a:prstGeom prst="rect">
              <a:avLst/>
            </a:prstGeom>
          </p:spPr>
        </p:pic>
      </p:grpSp>
      <p:grpSp>
        <p:nvGrpSpPr>
          <p:cNvPr id="91" name="Gruppo 90"/>
          <p:cNvGrpSpPr/>
          <p:nvPr/>
        </p:nvGrpSpPr>
        <p:grpSpPr>
          <a:xfrm>
            <a:off x="3917934" y="4085997"/>
            <a:ext cx="532276" cy="555340"/>
            <a:chOff x="4247096" y="2043432"/>
            <a:chExt cx="532276" cy="555340"/>
          </a:xfrm>
        </p:grpSpPr>
        <p:sp>
          <p:nvSpPr>
            <p:cNvPr id="92" name="Rettangolo arrotondato 91"/>
            <p:cNvSpPr/>
            <p:nvPr/>
          </p:nvSpPr>
          <p:spPr>
            <a:xfrm>
              <a:off x="4247096" y="2043432"/>
              <a:ext cx="532276" cy="55534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93" name="Immagine 9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7096" y="2065597"/>
              <a:ext cx="436792" cy="423298"/>
            </a:xfrm>
            <a:prstGeom prst="rect">
              <a:avLst/>
            </a:prstGeom>
          </p:spPr>
        </p:pic>
        <p:pic>
          <p:nvPicPr>
            <p:cNvPr id="94" name="Immagine 93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8817" y="2267949"/>
              <a:ext cx="319321" cy="319321"/>
            </a:xfrm>
            <a:prstGeom prst="rect">
              <a:avLst/>
            </a:prstGeom>
          </p:spPr>
        </p:pic>
      </p:grpSp>
      <p:sp>
        <p:nvSpPr>
          <p:cNvPr id="119" name="CasellaDiTesto 118"/>
          <p:cNvSpPr txBox="1"/>
          <p:nvPr/>
        </p:nvSpPr>
        <p:spPr>
          <a:xfrm>
            <a:off x="1258200" y="1533268"/>
            <a:ext cx="1272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Web Server</a:t>
            </a:r>
          </a:p>
        </p:txBody>
      </p:sp>
      <p:sp>
        <p:nvSpPr>
          <p:cNvPr id="120" name="CasellaDiTesto 119"/>
          <p:cNvSpPr txBox="1"/>
          <p:nvPr/>
        </p:nvSpPr>
        <p:spPr>
          <a:xfrm>
            <a:off x="1251480" y="2397938"/>
            <a:ext cx="110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DB Server</a:t>
            </a:r>
          </a:p>
        </p:txBody>
      </p:sp>
      <p:sp>
        <p:nvSpPr>
          <p:cNvPr id="121" name="CasellaDiTesto 120"/>
          <p:cNvSpPr txBox="1"/>
          <p:nvPr/>
        </p:nvSpPr>
        <p:spPr>
          <a:xfrm>
            <a:off x="1239889" y="3275750"/>
            <a:ext cx="1936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Server integrazioni</a:t>
            </a:r>
          </a:p>
        </p:txBody>
      </p:sp>
      <p:sp>
        <p:nvSpPr>
          <p:cNvPr id="122" name="CasellaDiTesto 121"/>
          <p:cNvSpPr txBox="1"/>
          <p:nvPr/>
        </p:nvSpPr>
        <p:spPr>
          <a:xfrm>
            <a:off x="1239889" y="4140420"/>
            <a:ext cx="1434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Server CITRIX</a:t>
            </a:r>
          </a:p>
        </p:txBody>
      </p:sp>
      <p:sp>
        <p:nvSpPr>
          <p:cNvPr id="123" name="CasellaDiTesto 122"/>
          <p:cNvSpPr txBox="1"/>
          <p:nvPr/>
        </p:nvSpPr>
        <p:spPr>
          <a:xfrm>
            <a:off x="1237466" y="5064886"/>
            <a:ext cx="1761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Server Web + DB</a:t>
            </a:r>
          </a:p>
        </p:txBody>
      </p:sp>
      <p:sp>
        <p:nvSpPr>
          <p:cNvPr id="124" name="CasellaDiTesto 123"/>
          <p:cNvSpPr txBox="1"/>
          <p:nvPr/>
        </p:nvSpPr>
        <p:spPr>
          <a:xfrm>
            <a:off x="1251480" y="5929556"/>
            <a:ext cx="1681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Firewall virtuale</a:t>
            </a:r>
          </a:p>
        </p:txBody>
      </p:sp>
      <p:sp>
        <p:nvSpPr>
          <p:cNvPr id="125" name="CasellaDiTesto 124"/>
          <p:cNvSpPr txBox="1"/>
          <p:nvPr/>
        </p:nvSpPr>
        <p:spPr>
          <a:xfrm>
            <a:off x="4554732" y="672329"/>
            <a:ext cx="1487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Reverse Proxy</a:t>
            </a:r>
          </a:p>
        </p:txBody>
      </p:sp>
      <p:sp>
        <p:nvSpPr>
          <p:cNvPr id="126" name="CasellaDiTesto 125"/>
          <p:cNvSpPr txBox="1"/>
          <p:nvPr/>
        </p:nvSpPr>
        <p:spPr>
          <a:xfrm>
            <a:off x="4554732" y="1494230"/>
            <a:ext cx="2324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Server di monitoraggio</a:t>
            </a:r>
          </a:p>
        </p:txBody>
      </p:sp>
      <p:sp>
        <p:nvSpPr>
          <p:cNvPr id="127" name="CasellaDiTesto 126"/>
          <p:cNvSpPr txBox="1"/>
          <p:nvPr/>
        </p:nvSpPr>
        <p:spPr>
          <a:xfrm>
            <a:off x="4554732" y="2394964"/>
            <a:ext cx="1516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Backup Server</a:t>
            </a:r>
          </a:p>
        </p:txBody>
      </p:sp>
      <p:sp>
        <p:nvSpPr>
          <p:cNvPr id="128" name="CasellaDiTesto 127"/>
          <p:cNvSpPr txBox="1"/>
          <p:nvPr/>
        </p:nvSpPr>
        <p:spPr>
          <a:xfrm>
            <a:off x="4554732" y="3295698"/>
            <a:ext cx="134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Gestione DB</a:t>
            </a:r>
          </a:p>
        </p:txBody>
      </p:sp>
      <p:sp>
        <p:nvSpPr>
          <p:cNvPr id="129" name="CasellaDiTesto 128"/>
          <p:cNvSpPr txBox="1"/>
          <p:nvPr/>
        </p:nvSpPr>
        <p:spPr>
          <a:xfrm>
            <a:off x="4554732" y="4162128"/>
            <a:ext cx="942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VCenter</a:t>
            </a:r>
            <a:endParaRPr lang="it-IT" dirty="0"/>
          </a:p>
        </p:txBody>
      </p:sp>
      <p:sp>
        <p:nvSpPr>
          <p:cNvPr id="130" name="CasellaDiTesto 129"/>
          <p:cNvSpPr txBox="1"/>
          <p:nvPr/>
        </p:nvSpPr>
        <p:spPr>
          <a:xfrm>
            <a:off x="4554732" y="5037563"/>
            <a:ext cx="1913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Domain Controller</a:t>
            </a:r>
          </a:p>
        </p:txBody>
      </p:sp>
      <p:sp>
        <p:nvSpPr>
          <p:cNvPr id="131" name="CasellaDiTesto 130"/>
          <p:cNvSpPr txBox="1"/>
          <p:nvPr/>
        </p:nvSpPr>
        <p:spPr>
          <a:xfrm>
            <a:off x="4540721" y="5961615"/>
            <a:ext cx="115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Mail </a:t>
            </a:r>
            <a:r>
              <a:rPr lang="it-IT" dirty="0" err="1"/>
              <a:t>Relay</a:t>
            </a:r>
            <a:endParaRPr lang="it-IT" dirty="0"/>
          </a:p>
        </p:txBody>
      </p:sp>
      <p:grpSp>
        <p:nvGrpSpPr>
          <p:cNvPr id="132" name="Gruppo 131"/>
          <p:cNvGrpSpPr/>
          <p:nvPr/>
        </p:nvGrpSpPr>
        <p:grpSpPr>
          <a:xfrm>
            <a:off x="7250528" y="572637"/>
            <a:ext cx="563006" cy="553939"/>
            <a:chOff x="345969" y="527047"/>
            <a:chExt cx="563006" cy="553939"/>
          </a:xfrm>
        </p:grpSpPr>
        <p:sp>
          <p:nvSpPr>
            <p:cNvPr id="133" name="Rettangolo arrotondato 132"/>
            <p:cNvSpPr/>
            <p:nvPr/>
          </p:nvSpPr>
          <p:spPr>
            <a:xfrm>
              <a:off x="345969" y="527047"/>
              <a:ext cx="545589" cy="537502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34" name="Immagine 13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969" y="549211"/>
              <a:ext cx="447717" cy="433885"/>
            </a:xfrm>
            <a:prstGeom prst="rect">
              <a:avLst/>
            </a:prstGeom>
          </p:spPr>
        </p:pic>
        <p:pic>
          <p:nvPicPr>
            <p:cNvPr id="135" name="Immagine 134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827" y="741838"/>
              <a:ext cx="339148" cy="339148"/>
            </a:xfrm>
            <a:prstGeom prst="rect">
              <a:avLst/>
            </a:prstGeom>
          </p:spPr>
        </p:pic>
      </p:grpSp>
      <p:sp>
        <p:nvSpPr>
          <p:cNvPr id="136" name="CasellaDiTesto 135"/>
          <p:cNvSpPr txBox="1"/>
          <p:nvPr/>
        </p:nvSpPr>
        <p:spPr>
          <a:xfrm>
            <a:off x="7842149" y="655456"/>
            <a:ext cx="1749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Server </a:t>
            </a:r>
            <a:r>
              <a:rPr lang="it-IT" dirty="0" err="1"/>
              <a:t>OpenVPN</a:t>
            </a:r>
            <a:endParaRPr lang="it-IT" dirty="0"/>
          </a:p>
        </p:txBody>
      </p:sp>
      <p:sp>
        <p:nvSpPr>
          <p:cNvPr id="98" name="Rettangolo arrotondato 97"/>
          <p:cNvSpPr/>
          <p:nvPr/>
        </p:nvSpPr>
        <p:spPr>
          <a:xfrm>
            <a:off x="4044579" y="5128565"/>
            <a:ext cx="532276" cy="5553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9" name="Immagine 9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579" y="5150730"/>
            <a:ext cx="436792" cy="423298"/>
          </a:xfrm>
          <a:prstGeom prst="rect">
            <a:avLst/>
          </a:prstGeom>
        </p:spPr>
      </p:pic>
      <p:pic>
        <p:nvPicPr>
          <p:cNvPr id="100" name="Immagine 9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661" y="5287615"/>
            <a:ext cx="388194" cy="38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3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49665" y="-81749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DC – VLAN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295680" y="5383175"/>
            <a:ext cx="904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DMZ con </a:t>
            </a:r>
          </a:p>
          <a:p>
            <a:r>
              <a:rPr lang="it-IT" sz="1200" dirty="0"/>
              <a:t>IP pubblici</a:t>
            </a:r>
          </a:p>
        </p:txBody>
      </p:sp>
      <p:cxnSp>
        <p:nvCxnSpPr>
          <p:cNvPr id="46" name="Connettore 1 45"/>
          <p:cNvCxnSpPr>
            <a:cxnSpLocks noChangeAspect="1"/>
          </p:cNvCxnSpPr>
          <p:nvPr/>
        </p:nvCxnSpPr>
        <p:spPr>
          <a:xfrm>
            <a:off x="1519901" y="5614008"/>
            <a:ext cx="99088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1 46"/>
          <p:cNvCxnSpPr/>
          <p:nvPr/>
        </p:nvCxnSpPr>
        <p:spPr>
          <a:xfrm>
            <a:off x="1228705" y="4414646"/>
            <a:ext cx="74190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uppo 43"/>
          <p:cNvGrpSpPr/>
          <p:nvPr/>
        </p:nvGrpSpPr>
        <p:grpSpPr>
          <a:xfrm>
            <a:off x="1276901" y="3534339"/>
            <a:ext cx="532276" cy="555340"/>
            <a:chOff x="3622374" y="1157559"/>
            <a:chExt cx="1110770" cy="1195843"/>
          </a:xfrm>
        </p:grpSpPr>
        <p:sp>
          <p:nvSpPr>
            <p:cNvPr id="39" name="Rettangolo arrotondato 38"/>
            <p:cNvSpPr/>
            <p:nvPr/>
          </p:nvSpPr>
          <p:spPr>
            <a:xfrm>
              <a:off x="3622374" y="1157559"/>
              <a:ext cx="1110770" cy="119584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0" name="Immagine 2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6502" y="1205287"/>
              <a:ext cx="911510" cy="911510"/>
            </a:xfrm>
            <a:prstGeom prst="rect">
              <a:avLst/>
            </a:prstGeom>
          </p:spPr>
        </p:pic>
        <p:pic>
          <p:nvPicPr>
            <p:cNvPr id="31" name="Immagine 3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758" y="1607433"/>
              <a:ext cx="632254" cy="632254"/>
            </a:xfrm>
            <a:prstGeom prst="rect">
              <a:avLst/>
            </a:prstGeom>
          </p:spPr>
        </p:pic>
      </p:grpSp>
      <p:grpSp>
        <p:nvGrpSpPr>
          <p:cNvPr id="43" name="Gruppo 42"/>
          <p:cNvGrpSpPr/>
          <p:nvPr/>
        </p:nvGrpSpPr>
        <p:grpSpPr>
          <a:xfrm>
            <a:off x="2367948" y="4743919"/>
            <a:ext cx="532276" cy="555340"/>
            <a:chOff x="6629701" y="1157559"/>
            <a:chExt cx="1110770" cy="1195843"/>
          </a:xfrm>
        </p:grpSpPr>
        <p:sp>
          <p:nvSpPr>
            <p:cNvPr id="42" name="Rettangolo arrotondato 41"/>
            <p:cNvSpPr/>
            <p:nvPr/>
          </p:nvSpPr>
          <p:spPr>
            <a:xfrm>
              <a:off x="6629701" y="1157559"/>
              <a:ext cx="1110770" cy="119584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7" name="Immagine 3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9701" y="1205287"/>
              <a:ext cx="911510" cy="911510"/>
            </a:xfrm>
            <a:prstGeom prst="rect">
              <a:avLst/>
            </a:prstGeom>
          </p:spPr>
        </p:pic>
        <p:pic>
          <p:nvPicPr>
            <p:cNvPr id="32" name="Immagine 3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5456" y="1637408"/>
              <a:ext cx="602279" cy="602279"/>
            </a:xfrm>
            <a:prstGeom prst="rect">
              <a:avLst/>
            </a:prstGeom>
          </p:spPr>
        </p:pic>
      </p:grpSp>
      <p:grpSp>
        <p:nvGrpSpPr>
          <p:cNvPr id="36" name="Gruppo 35"/>
          <p:cNvGrpSpPr/>
          <p:nvPr/>
        </p:nvGrpSpPr>
        <p:grpSpPr>
          <a:xfrm>
            <a:off x="1253764" y="4743919"/>
            <a:ext cx="532276" cy="555340"/>
            <a:chOff x="2377149" y="3715522"/>
            <a:chExt cx="1110770" cy="1195843"/>
          </a:xfrm>
        </p:grpSpPr>
        <p:sp>
          <p:nvSpPr>
            <p:cNvPr id="35" name="Rettangolo arrotondato 34"/>
            <p:cNvSpPr/>
            <p:nvPr/>
          </p:nvSpPr>
          <p:spPr>
            <a:xfrm>
              <a:off x="2377149" y="3715522"/>
              <a:ext cx="1110770" cy="119584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4" name="Immagine 3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149" y="3715522"/>
              <a:ext cx="911510" cy="911510"/>
            </a:xfrm>
            <a:prstGeom prst="rect">
              <a:avLst/>
            </a:prstGeom>
          </p:spPr>
        </p:pic>
        <p:pic>
          <p:nvPicPr>
            <p:cNvPr id="33" name="Immagine 3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6069" y="4171277"/>
              <a:ext cx="606158" cy="606158"/>
            </a:xfrm>
            <a:prstGeom prst="rect">
              <a:avLst/>
            </a:prstGeom>
          </p:spPr>
        </p:pic>
      </p:grpSp>
      <p:grpSp>
        <p:nvGrpSpPr>
          <p:cNvPr id="54" name="Gruppo 53"/>
          <p:cNvGrpSpPr/>
          <p:nvPr/>
        </p:nvGrpSpPr>
        <p:grpSpPr>
          <a:xfrm>
            <a:off x="3482132" y="4743919"/>
            <a:ext cx="532276" cy="555340"/>
            <a:chOff x="6729189" y="3706349"/>
            <a:chExt cx="1110770" cy="1195843"/>
          </a:xfrm>
        </p:grpSpPr>
        <p:grpSp>
          <p:nvGrpSpPr>
            <p:cNvPr id="48" name="Gruppo 47"/>
            <p:cNvGrpSpPr/>
            <p:nvPr/>
          </p:nvGrpSpPr>
          <p:grpSpPr>
            <a:xfrm>
              <a:off x="6729189" y="3706349"/>
              <a:ext cx="1110770" cy="1195843"/>
              <a:chOff x="6629701" y="1157559"/>
              <a:chExt cx="1110770" cy="1195843"/>
            </a:xfrm>
          </p:grpSpPr>
          <p:sp>
            <p:nvSpPr>
              <p:cNvPr id="49" name="Rettangolo arrotondato 48"/>
              <p:cNvSpPr/>
              <p:nvPr/>
            </p:nvSpPr>
            <p:spPr>
              <a:xfrm>
                <a:off x="6629701" y="1157559"/>
                <a:ext cx="1110770" cy="1195843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pic>
            <p:nvPicPr>
              <p:cNvPr id="50" name="Immagine 4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29701" y="1205287"/>
                <a:ext cx="911510" cy="911510"/>
              </a:xfrm>
              <a:prstGeom prst="rect">
                <a:avLst/>
              </a:prstGeom>
            </p:spPr>
          </p:pic>
        </p:grpSp>
        <p:pic>
          <p:nvPicPr>
            <p:cNvPr id="52" name="Immagine 5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2171" y="4207993"/>
              <a:ext cx="628158" cy="628158"/>
            </a:xfrm>
            <a:prstGeom prst="rect">
              <a:avLst/>
            </a:prstGeom>
          </p:spPr>
        </p:pic>
      </p:grpSp>
      <p:grpSp>
        <p:nvGrpSpPr>
          <p:cNvPr id="62" name="Gruppo 61"/>
          <p:cNvGrpSpPr/>
          <p:nvPr/>
        </p:nvGrpSpPr>
        <p:grpSpPr>
          <a:xfrm>
            <a:off x="3462163" y="3507869"/>
            <a:ext cx="532276" cy="555340"/>
            <a:chOff x="3393618" y="4579810"/>
            <a:chExt cx="532276" cy="555340"/>
          </a:xfrm>
        </p:grpSpPr>
        <p:sp>
          <p:nvSpPr>
            <p:cNvPr id="60" name="Rettangolo arrotondato 59"/>
            <p:cNvSpPr/>
            <p:nvPr/>
          </p:nvSpPr>
          <p:spPr>
            <a:xfrm>
              <a:off x="3393618" y="4579810"/>
              <a:ext cx="532276" cy="55534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61" name="Immagine 6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93618" y="4601975"/>
              <a:ext cx="436792" cy="423298"/>
            </a:xfrm>
            <a:prstGeom prst="rect">
              <a:avLst/>
            </a:prstGeom>
          </p:spPr>
        </p:pic>
        <p:pic>
          <p:nvPicPr>
            <p:cNvPr id="56" name="Immagine 5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7700" y="4738860"/>
              <a:ext cx="388194" cy="388194"/>
            </a:xfrm>
            <a:prstGeom prst="rect">
              <a:avLst/>
            </a:prstGeom>
          </p:spPr>
        </p:pic>
      </p:grpSp>
      <p:grpSp>
        <p:nvGrpSpPr>
          <p:cNvPr id="68" name="Gruppo 67"/>
          <p:cNvGrpSpPr/>
          <p:nvPr/>
        </p:nvGrpSpPr>
        <p:grpSpPr>
          <a:xfrm>
            <a:off x="2332712" y="3513202"/>
            <a:ext cx="552585" cy="563584"/>
            <a:chOff x="3728301" y="4606579"/>
            <a:chExt cx="552585" cy="563584"/>
          </a:xfrm>
        </p:grpSpPr>
        <p:sp>
          <p:nvSpPr>
            <p:cNvPr id="64" name="Rettangolo arrotondato 63"/>
            <p:cNvSpPr/>
            <p:nvPr/>
          </p:nvSpPr>
          <p:spPr>
            <a:xfrm>
              <a:off x="3728301" y="4606579"/>
              <a:ext cx="532276" cy="55534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65" name="Immagine 6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8301" y="4628744"/>
              <a:ext cx="436792" cy="423298"/>
            </a:xfrm>
            <a:prstGeom prst="rect">
              <a:avLst/>
            </a:prstGeom>
          </p:spPr>
        </p:pic>
        <p:pic>
          <p:nvPicPr>
            <p:cNvPr id="66" name="Immagine 6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6697" y="4829417"/>
              <a:ext cx="288609" cy="279694"/>
            </a:xfrm>
            <a:prstGeom prst="rect">
              <a:avLst/>
            </a:prstGeom>
          </p:spPr>
        </p:pic>
        <p:pic>
          <p:nvPicPr>
            <p:cNvPr id="67" name="Immagine 66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4713" y="4807901"/>
              <a:ext cx="356173" cy="362262"/>
            </a:xfrm>
            <a:prstGeom prst="rect">
              <a:avLst/>
            </a:prstGeom>
          </p:spPr>
        </p:pic>
      </p:grpSp>
      <p:grpSp>
        <p:nvGrpSpPr>
          <p:cNvPr id="77" name="Gruppo 76"/>
          <p:cNvGrpSpPr/>
          <p:nvPr/>
        </p:nvGrpSpPr>
        <p:grpSpPr>
          <a:xfrm>
            <a:off x="8223890" y="3507869"/>
            <a:ext cx="561739" cy="555340"/>
            <a:chOff x="5686700" y="2463239"/>
            <a:chExt cx="561739" cy="555340"/>
          </a:xfrm>
        </p:grpSpPr>
        <p:sp>
          <p:nvSpPr>
            <p:cNvPr id="72" name="Rettangolo arrotondato 71"/>
            <p:cNvSpPr/>
            <p:nvPr/>
          </p:nvSpPr>
          <p:spPr>
            <a:xfrm>
              <a:off x="5686700" y="2463239"/>
              <a:ext cx="532276" cy="55534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73" name="Immagine 7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6700" y="2485404"/>
              <a:ext cx="436792" cy="423298"/>
            </a:xfrm>
            <a:prstGeom prst="rect">
              <a:avLst/>
            </a:prstGeom>
          </p:spPr>
        </p:pic>
        <p:pic>
          <p:nvPicPr>
            <p:cNvPr id="76" name="Immagine 75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7493" y="2697053"/>
              <a:ext cx="350946" cy="293613"/>
            </a:xfrm>
            <a:prstGeom prst="rect">
              <a:avLst/>
            </a:prstGeom>
          </p:spPr>
        </p:pic>
      </p:grpSp>
      <p:grpSp>
        <p:nvGrpSpPr>
          <p:cNvPr id="85" name="Gruppo 84"/>
          <p:cNvGrpSpPr/>
          <p:nvPr/>
        </p:nvGrpSpPr>
        <p:grpSpPr>
          <a:xfrm>
            <a:off x="4657111" y="3520463"/>
            <a:ext cx="532276" cy="555340"/>
            <a:chOff x="4092354" y="4392011"/>
            <a:chExt cx="532276" cy="555340"/>
          </a:xfrm>
        </p:grpSpPr>
        <p:sp>
          <p:nvSpPr>
            <p:cNvPr id="81" name="Rettangolo arrotondato 80"/>
            <p:cNvSpPr/>
            <p:nvPr/>
          </p:nvSpPr>
          <p:spPr>
            <a:xfrm>
              <a:off x="4092354" y="4392011"/>
              <a:ext cx="532276" cy="555340"/>
            </a:xfrm>
            <a:prstGeom prst="roundRect">
              <a:avLst/>
            </a:prstGeom>
            <a:solidFill>
              <a:srgbClr val="A9E7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82" name="Immagine 8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354" y="4414176"/>
              <a:ext cx="436792" cy="423298"/>
            </a:xfrm>
            <a:prstGeom prst="rect">
              <a:avLst/>
            </a:prstGeom>
          </p:spPr>
        </p:pic>
        <p:pic>
          <p:nvPicPr>
            <p:cNvPr id="84" name="Immagine 83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1752" y="4646686"/>
              <a:ext cx="433757" cy="293509"/>
            </a:xfrm>
            <a:prstGeom prst="rect">
              <a:avLst/>
            </a:prstGeom>
          </p:spPr>
        </p:pic>
      </p:grpSp>
      <p:cxnSp>
        <p:nvCxnSpPr>
          <p:cNvPr id="86" name="Connettore 1 85"/>
          <p:cNvCxnSpPr>
            <a:cxnSpLocks noChangeAspect="1"/>
          </p:cNvCxnSpPr>
          <p:nvPr/>
        </p:nvCxnSpPr>
        <p:spPr>
          <a:xfrm flipV="1">
            <a:off x="1276396" y="3198456"/>
            <a:ext cx="984278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asellaDiTesto 86"/>
          <p:cNvSpPr txBox="1"/>
          <p:nvPr/>
        </p:nvSpPr>
        <p:spPr>
          <a:xfrm>
            <a:off x="95742" y="4277144"/>
            <a:ext cx="1534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VLAN dominio</a:t>
            </a:r>
          </a:p>
        </p:txBody>
      </p:sp>
      <p:sp>
        <p:nvSpPr>
          <p:cNvPr id="88" name="CasellaDiTesto 87"/>
          <p:cNvSpPr txBox="1"/>
          <p:nvPr/>
        </p:nvSpPr>
        <p:spPr>
          <a:xfrm>
            <a:off x="190835" y="3045136"/>
            <a:ext cx="1534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VLAN servizi</a:t>
            </a:r>
          </a:p>
        </p:txBody>
      </p:sp>
      <p:cxnSp>
        <p:nvCxnSpPr>
          <p:cNvPr id="96" name="Connettore 1 95"/>
          <p:cNvCxnSpPr/>
          <p:nvPr/>
        </p:nvCxnSpPr>
        <p:spPr>
          <a:xfrm>
            <a:off x="1519901" y="5299258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ttore 1 97"/>
          <p:cNvCxnSpPr/>
          <p:nvPr/>
        </p:nvCxnSpPr>
        <p:spPr>
          <a:xfrm>
            <a:off x="2609005" y="5299258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ttore 1 110"/>
          <p:cNvCxnSpPr/>
          <p:nvPr/>
        </p:nvCxnSpPr>
        <p:spPr>
          <a:xfrm>
            <a:off x="3732834" y="5299258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Gruppo 119"/>
          <p:cNvGrpSpPr/>
          <p:nvPr/>
        </p:nvGrpSpPr>
        <p:grpSpPr>
          <a:xfrm>
            <a:off x="1263420" y="5980704"/>
            <a:ext cx="532276" cy="555340"/>
            <a:chOff x="6758243" y="1192635"/>
            <a:chExt cx="532276" cy="555340"/>
          </a:xfrm>
        </p:grpSpPr>
        <p:sp>
          <p:nvSpPr>
            <p:cNvPr id="114" name="Rettangolo arrotondato 113"/>
            <p:cNvSpPr/>
            <p:nvPr/>
          </p:nvSpPr>
          <p:spPr>
            <a:xfrm>
              <a:off x="6758243" y="1192635"/>
              <a:ext cx="532276" cy="55534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15" name="Immagine 11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8243" y="1192635"/>
              <a:ext cx="436792" cy="423298"/>
            </a:xfrm>
            <a:prstGeom prst="rect">
              <a:avLst/>
            </a:prstGeom>
          </p:spPr>
        </p:pic>
        <p:pic>
          <p:nvPicPr>
            <p:cNvPr id="116" name="Immagine 11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7045" y="1440729"/>
              <a:ext cx="290468" cy="281495"/>
            </a:xfrm>
            <a:prstGeom prst="rect">
              <a:avLst/>
            </a:prstGeom>
          </p:spPr>
        </p:pic>
        <p:pic>
          <p:nvPicPr>
            <p:cNvPr id="118" name="Immagine 117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1733" y="1484609"/>
              <a:ext cx="262648" cy="262648"/>
            </a:xfrm>
            <a:prstGeom prst="rect">
              <a:avLst/>
            </a:prstGeom>
          </p:spPr>
        </p:pic>
      </p:grpSp>
      <p:cxnSp>
        <p:nvCxnSpPr>
          <p:cNvPr id="123" name="Connettore 1 122"/>
          <p:cNvCxnSpPr/>
          <p:nvPr/>
        </p:nvCxnSpPr>
        <p:spPr>
          <a:xfrm>
            <a:off x="1532563" y="4079330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ttore 1 124"/>
          <p:cNvCxnSpPr/>
          <p:nvPr/>
        </p:nvCxnSpPr>
        <p:spPr>
          <a:xfrm>
            <a:off x="1519901" y="5644950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ttore 1 125"/>
          <p:cNvCxnSpPr/>
          <p:nvPr/>
        </p:nvCxnSpPr>
        <p:spPr>
          <a:xfrm>
            <a:off x="2619480" y="4086132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Gruppo 126"/>
          <p:cNvGrpSpPr/>
          <p:nvPr/>
        </p:nvGrpSpPr>
        <p:grpSpPr>
          <a:xfrm>
            <a:off x="1286648" y="2286045"/>
            <a:ext cx="532276" cy="555340"/>
            <a:chOff x="6758243" y="1192635"/>
            <a:chExt cx="532276" cy="555340"/>
          </a:xfrm>
        </p:grpSpPr>
        <p:sp>
          <p:nvSpPr>
            <p:cNvPr id="128" name="Rettangolo arrotondato 127"/>
            <p:cNvSpPr/>
            <p:nvPr/>
          </p:nvSpPr>
          <p:spPr>
            <a:xfrm>
              <a:off x="6758243" y="1192635"/>
              <a:ext cx="532276" cy="55534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9" name="Immagine 12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8243" y="1192635"/>
              <a:ext cx="436792" cy="423298"/>
            </a:xfrm>
            <a:prstGeom prst="rect">
              <a:avLst/>
            </a:prstGeom>
          </p:spPr>
        </p:pic>
        <p:pic>
          <p:nvPicPr>
            <p:cNvPr id="130" name="Immagine 12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7045" y="1440729"/>
              <a:ext cx="290468" cy="281495"/>
            </a:xfrm>
            <a:prstGeom prst="rect">
              <a:avLst/>
            </a:prstGeom>
          </p:spPr>
        </p:pic>
        <p:pic>
          <p:nvPicPr>
            <p:cNvPr id="131" name="Immagine 130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1733" y="1484609"/>
              <a:ext cx="262648" cy="262648"/>
            </a:xfrm>
            <a:prstGeom prst="rect">
              <a:avLst/>
            </a:prstGeom>
          </p:spPr>
        </p:pic>
      </p:grpSp>
      <p:cxnSp>
        <p:nvCxnSpPr>
          <p:cNvPr id="132" name="Connettore 1 131"/>
          <p:cNvCxnSpPr/>
          <p:nvPr/>
        </p:nvCxnSpPr>
        <p:spPr>
          <a:xfrm>
            <a:off x="1543039" y="2841176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9" name="Gruppo 138"/>
          <p:cNvGrpSpPr/>
          <p:nvPr/>
        </p:nvGrpSpPr>
        <p:grpSpPr>
          <a:xfrm>
            <a:off x="8966036" y="4754062"/>
            <a:ext cx="547476" cy="562028"/>
            <a:chOff x="9518963" y="2489796"/>
            <a:chExt cx="547476" cy="562028"/>
          </a:xfrm>
        </p:grpSpPr>
        <p:grpSp>
          <p:nvGrpSpPr>
            <p:cNvPr id="133" name="Gruppo 132"/>
            <p:cNvGrpSpPr/>
            <p:nvPr/>
          </p:nvGrpSpPr>
          <p:grpSpPr>
            <a:xfrm>
              <a:off x="9518963" y="2489796"/>
              <a:ext cx="532276" cy="555340"/>
              <a:chOff x="4092354" y="4392011"/>
              <a:chExt cx="532276" cy="555340"/>
            </a:xfrm>
          </p:grpSpPr>
          <p:sp>
            <p:nvSpPr>
              <p:cNvPr id="134" name="Rettangolo arrotondato 133"/>
              <p:cNvSpPr/>
              <p:nvPr/>
            </p:nvSpPr>
            <p:spPr>
              <a:xfrm>
                <a:off x="4092354" y="4392011"/>
                <a:ext cx="532276" cy="555340"/>
              </a:xfrm>
              <a:prstGeom prst="roundRect">
                <a:avLst/>
              </a:prstGeom>
              <a:solidFill>
                <a:srgbClr val="A9E7E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pic>
            <p:nvPicPr>
              <p:cNvPr id="135" name="Immagine 134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92354" y="4414176"/>
                <a:ext cx="436792" cy="423298"/>
              </a:xfrm>
              <a:prstGeom prst="rect">
                <a:avLst/>
              </a:prstGeom>
            </p:spPr>
          </p:pic>
        </p:grpSp>
        <p:pic>
          <p:nvPicPr>
            <p:cNvPr id="138" name="Immagine 137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23958" y="2709343"/>
              <a:ext cx="342481" cy="342481"/>
            </a:xfrm>
            <a:prstGeom prst="rect">
              <a:avLst/>
            </a:prstGeom>
          </p:spPr>
        </p:pic>
      </p:grpSp>
      <p:sp>
        <p:nvSpPr>
          <p:cNvPr id="140" name="CasellaDiTesto 139"/>
          <p:cNvSpPr txBox="1"/>
          <p:nvPr/>
        </p:nvSpPr>
        <p:spPr>
          <a:xfrm>
            <a:off x="999784" y="62210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5</a:t>
            </a:r>
          </a:p>
        </p:txBody>
      </p:sp>
      <p:sp>
        <p:nvSpPr>
          <p:cNvPr id="141" name="CasellaDiTesto 140"/>
          <p:cNvSpPr txBox="1"/>
          <p:nvPr/>
        </p:nvSpPr>
        <p:spPr>
          <a:xfrm>
            <a:off x="903574" y="377199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10</a:t>
            </a:r>
          </a:p>
        </p:txBody>
      </p:sp>
      <p:sp>
        <p:nvSpPr>
          <p:cNvPr id="142" name="CasellaDiTesto 141"/>
          <p:cNvSpPr txBox="1"/>
          <p:nvPr/>
        </p:nvSpPr>
        <p:spPr>
          <a:xfrm>
            <a:off x="2075929" y="37598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</a:t>
            </a:r>
          </a:p>
        </p:txBody>
      </p:sp>
      <p:cxnSp>
        <p:nvCxnSpPr>
          <p:cNvPr id="143" name="Connettore 1 142"/>
          <p:cNvCxnSpPr/>
          <p:nvPr/>
        </p:nvCxnSpPr>
        <p:spPr>
          <a:xfrm>
            <a:off x="3736137" y="4069116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CasellaDiTesto 143"/>
          <p:cNvSpPr txBox="1"/>
          <p:nvPr/>
        </p:nvSpPr>
        <p:spPr>
          <a:xfrm>
            <a:off x="3206443" y="3771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</a:t>
            </a:r>
          </a:p>
        </p:txBody>
      </p:sp>
      <p:sp>
        <p:nvSpPr>
          <p:cNvPr id="145" name="CasellaDiTesto 144"/>
          <p:cNvSpPr txBox="1"/>
          <p:nvPr/>
        </p:nvSpPr>
        <p:spPr>
          <a:xfrm>
            <a:off x="1987168" y="49592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10</a:t>
            </a:r>
          </a:p>
        </p:txBody>
      </p:sp>
      <p:sp>
        <p:nvSpPr>
          <p:cNvPr id="146" name="CasellaDiTesto 145"/>
          <p:cNvSpPr txBox="1"/>
          <p:nvPr/>
        </p:nvSpPr>
        <p:spPr>
          <a:xfrm>
            <a:off x="871228" y="49974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12</a:t>
            </a:r>
          </a:p>
        </p:txBody>
      </p:sp>
      <p:sp>
        <p:nvSpPr>
          <p:cNvPr id="147" name="CasellaDiTesto 146"/>
          <p:cNvSpPr txBox="1"/>
          <p:nvPr/>
        </p:nvSpPr>
        <p:spPr>
          <a:xfrm>
            <a:off x="3206443" y="49704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5</a:t>
            </a:r>
          </a:p>
        </p:txBody>
      </p:sp>
      <p:grpSp>
        <p:nvGrpSpPr>
          <p:cNvPr id="154" name="Gruppo 153"/>
          <p:cNvGrpSpPr/>
          <p:nvPr/>
        </p:nvGrpSpPr>
        <p:grpSpPr>
          <a:xfrm>
            <a:off x="2320206" y="2285327"/>
            <a:ext cx="532276" cy="555340"/>
            <a:chOff x="6783705" y="2388422"/>
            <a:chExt cx="532276" cy="555340"/>
          </a:xfrm>
        </p:grpSpPr>
        <p:sp>
          <p:nvSpPr>
            <p:cNvPr id="151" name="Rettangolo arrotondato 150"/>
            <p:cNvSpPr/>
            <p:nvPr/>
          </p:nvSpPr>
          <p:spPr>
            <a:xfrm>
              <a:off x="6783705" y="2388422"/>
              <a:ext cx="532276" cy="55534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52" name="Immagine 15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3705" y="2410587"/>
              <a:ext cx="436792" cy="423298"/>
            </a:xfrm>
            <a:prstGeom prst="rect">
              <a:avLst/>
            </a:prstGeom>
          </p:spPr>
        </p:pic>
        <p:pic>
          <p:nvPicPr>
            <p:cNvPr id="153" name="Immagine 152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02086" y="2628700"/>
              <a:ext cx="304800" cy="304800"/>
            </a:xfrm>
            <a:prstGeom prst="rect">
              <a:avLst/>
            </a:prstGeom>
          </p:spPr>
        </p:pic>
      </p:grpSp>
      <p:grpSp>
        <p:nvGrpSpPr>
          <p:cNvPr id="161" name="Gruppo 160"/>
          <p:cNvGrpSpPr/>
          <p:nvPr/>
        </p:nvGrpSpPr>
        <p:grpSpPr>
          <a:xfrm>
            <a:off x="6989570" y="3527536"/>
            <a:ext cx="532276" cy="564621"/>
            <a:chOff x="8564695" y="2368879"/>
            <a:chExt cx="532276" cy="564621"/>
          </a:xfrm>
        </p:grpSpPr>
        <p:sp>
          <p:nvSpPr>
            <p:cNvPr id="158" name="Rettangolo arrotondato 157"/>
            <p:cNvSpPr/>
            <p:nvPr/>
          </p:nvSpPr>
          <p:spPr>
            <a:xfrm>
              <a:off x="8564695" y="2368879"/>
              <a:ext cx="532276" cy="55534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59" name="Immagine 15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4695" y="2391044"/>
              <a:ext cx="436792" cy="423298"/>
            </a:xfrm>
            <a:prstGeom prst="rect">
              <a:avLst/>
            </a:prstGeom>
          </p:spPr>
        </p:pic>
        <p:pic>
          <p:nvPicPr>
            <p:cNvPr id="160" name="Immagine 159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71313" y="2619620"/>
              <a:ext cx="313880" cy="313880"/>
            </a:xfrm>
            <a:prstGeom prst="rect">
              <a:avLst/>
            </a:prstGeom>
          </p:spPr>
        </p:pic>
      </p:grpSp>
      <p:grpSp>
        <p:nvGrpSpPr>
          <p:cNvPr id="170" name="Gruppo 169"/>
          <p:cNvGrpSpPr/>
          <p:nvPr/>
        </p:nvGrpSpPr>
        <p:grpSpPr>
          <a:xfrm>
            <a:off x="5755250" y="3520463"/>
            <a:ext cx="532276" cy="555340"/>
            <a:chOff x="9714518" y="1268257"/>
            <a:chExt cx="532276" cy="555340"/>
          </a:xfrm>
        </p:grpSpPr>
        <p:sp>
          <p:nvSpPr>
            <p:cNvPr id="167" name="Rettangolo arrotondato 166"/>
            <p:cNvSpPr/>
            <p:nvPr/>
          </p:nvSpPr>
          <p:spPr>
            <a:xfrm>
              <a:off x="9714518" y="1268257"/>
              <a:ext cx="532276" cy="55534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8" name="Immagine 16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4518" y="1290422"/>
              <a:ext cx="436792" cy="423298"/>
            </a:xfrm>
            <a:prstGeom prst="rect">
              <a:avLst/>
            </a:prstGeom>
          </p:spPr>
        </p:pic>
        <p:pic>
          <p:nvPicPr>
            <p:cNvPr id="169" name="Immagine 168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2914" y="1526658"/>
              <a:ext cx="272370" cy="272370"/>
            </a:xfrm>
            <a:prstGeom prst="rect">
              <a:avLst/>
            </a:prstGeom>
          </p:spPr>
        </p:pic>
      </p:grpSp>
      <p:grpSp>
        <p:nvGrpSpPr>
          <p:cNvPr id="174" name="Gruppo 173"/>
          <p:cNvGrpSpPr/>
          <p:nvPr/>
        </p:nvGrpSpPr>
        <p:grpSpPr>
          <a:xfrm>
            <a:off x="3462163" y="2280026"/>
            <a:ext cx="532276" cy="555340"/>
            <a:chOff x="4247096" y="2043432"/>
            <a:chExt cx="532276" cy="555340"/>
          </a:xfrm>
        </p:grpSpPr>
        <p:sp>
          <p:nvSpPr>
            <p:cNvPr id="171" name="Rettangolo arrotondato 170"/>
            <p:cNvSpPr/>
            <p:nvPr/>
          </p:nvSpPr>
          <p:spPr>
            <a:xfrm>
              <a:off x="4247096" y="2043432"/>
              <a:ext cx="532276" cy="55534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72" name="Immagine 17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7096" y="2065597"/>
              <a:ext cx="436792" cy="423298"/>
            </a:xfrm>
            <a:prstGeom prst="rect">
              <a:avLst/>
            </a:prstGeom>
          </p:spPr>
        </p:pic>
        <p:pic>
          <p:nvPicPr>
            <p:cNvPr id="173" name="Immagine 172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8817" y="2267949"/>
              <a:ext cx="319321" cy="319321"/>
            </a:xfrm>
            <a:prstGeom prst="rect">
              <a:avLst/>
            </a:prstGeom>
          </p:spPr>
        </p:pic>
      </p:grpSp>
      <p:cxnSp>
        <p:nvCxnSpPr>
          <p:cNvPr id="176" name="Connettore 1 175"/>
          <p:cNvCxnSpPr/>
          <p:nvPr/>
        </p:nvCxnSpPr>
        <p:spPr>
          <a:xfrm>
            <a:off x="4932018" y="4074965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8" name="Gruppo 177"/>
          <p:cNvGrpSpPr/>
          <p:nvPr/>
        </p:nvGrpSpPr>
        <p:grpSpPr>
          <a:xfrm>
            <a:off x="9873696" y="4760750"/>
            <a:ext cx="532276" cy="555340"/>
            <a:chOff x="4092354" y="4392011"/>
            <a:chExt cx="532276" cy="555340"/>
          </a:xfrm>
        </p:grpSpPr>
        <p:sp>
          <p:nvSpPr>
            <p:cNvPr id="179" name="Rettangolo arrotondato 178"/>
            <p:cNvSpPr/>
            <p:nvPr/>
          </p:nvSpPr>
          <p:spPr>
            <a:xfrm>
              <a:off x="4092354" y="4392011"/>
              <a:ext cx="532276" cy="555340"/>
            </a:xfrm>
            <a:prstGeom prst="roundRect">
              <a:avLst/>
            </a:prstGeom>
            <a:solidFill>
              <a:srgbClr val="A9E7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80" name="Immagine 17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354" y="4414176"/>
              <a:ext cx="436792" cy="423298"/>
            </a:xfrm>
            <a:prstGeom prst="rect">
              <a:avLst/>
            </a:prstGeom>
          </p:spPr>
        </p:pic>
        <p:pic>
          <p:nvPicPr>
            <p:cNvPr id="181" name="Immagine 18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1752" y="4646686"/>
              <a:ext cx="433757" cy="293509"/>
            </a:xfrm>
            <a:prstGeom prst="rect">
              <a:avLst/>
            </a:prstGeom>
          </p:spPr>
        </p:pic>
      </p:grpSp>
      <p:cxnSp>
        <p:nvCxnSpPr>
          <p:cNvPr id="103" name="Connettore 1 102"/>
          <p:cNvCxnSpPr/>
          <p:nvPr/>
        </p:nvCxnSpPr>
        <p:spPr>
          <a:xfrm>
            <a:off x="3743309" y="2868160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1 103"/>
          <p:cNvCxnSpPr/>
          <p:nvPr/>
        </p:nvCxnSpPr>
        <p:spPr>
          <a:xfrm>
            <a:off x="2616412" y="2855878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sellaDiTesto 104"/>
          <p:cNvSpPr txBox="1"/>
          <p:nvPr/>
        </p:nvSpPr>
        <p:spPr>
          <a:xfrm>
            <a:off x="3206443" y="2520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06" name="CasellaDiTesto 105"/>
          <p:cNvSpPr txBox="1"/>
          <p:nvPr/>
        </p:nvSpPr>
        <p:spPr>
          <a:xfrm>
            <a:off x="2019270" y="25182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</a:t>
            </a:r>
          </a:p>
        </p:txBody>
      </p:sp>
      <p:cxnSp>
        <p:nvCxnSpPr>
          <p:cNvPr id="107" name="Connettore 1 106"/>
          <p:cNvCxnSpPr/>
          <p:nvPr/>
        </p:nvCxnSpPr>
        <p:spPr>
          <a:xfrm>
            <a:off x="7261506" y="4065924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ttore 1 108"/>
          <p:cNvCxnSpPr/>
          <p:nvPr/>
        </p:nvCxnSpPr>
        <p:spPr>
          <a:xfrm>
            <a:off x="6063378" y="4072727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1 112"/>
          <p:cNvCxnSpPr/>
          <p:nvPr/>
        </p:nvCxnSpPr>
        <p:spPr>
          <a:xfrm>
            <a:off x="8515156" y="4072727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CasellaDiTesto 118"/>
          <p:cNvSpPr txBox="1"/>
          <p:nvPr/>
        </p:nvSpPr>
        <p:spPr>
          <a:xfrm>
            <a:off x="5506689" y="37794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</a:t>
            </a:r>
          </a:p>
        </p:txBody>
      </p:sp>
      <p:sp>
        <p:nvSpPr>
          <p:cNvPr id="136" name="CasellaDiTesto 135"/>
          <p:cNvSpPr txBox="1"/>
          <p:nvPr/>
        </p:nvSpPr>
        <p:spPr>
          <a:xfrm>
            <a:off x="6719124" y="37870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</a:t>
            </a:r>
          </a:p>
        </p:txBody>
      </p:sp>
      <p:sp>
        <p:nvSpPr>
          <p:cNvPr id="137" name="CasellaDiTesto 136"/>
          <p:cNvSpPr txBox="1"/>
          <p:nvPr/>
        </p:nvSpPr>
        <p:spPr>
          <a:xfrm>
            <a:off x="7977563" y="37692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</a:t>
            </a:r>
          </a:p>
        </p:txBody>
      </p:sp>
      <p:cxnSp>
        <p:nvCxnSpPr>
          <p:cNvPr id="148" name="Connettore 1 147"/>
          <p:cNvCxnSpPr/>
          <p:nvPr/>
        </p:nvCxnSpPr>
        <p:spPr>
          <a:xfrm>
            <a:off x="9200486" y="5299258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CasellaDiTesto 149"/>
          <p:cNvSpPr txBox="1"/>
          <p:nvPr/>
        </p:nvSpPr>
        <p:spPr>
          <a:xfrm>
            <a:off x="8699812" y="49878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</a:t>
            </a:r>
          </a:p>
        </p:txBody>
      </p:sp>
      <p:pic>
        <p:nvPicPr>
          <p:cNvPr id="155" name="Picture 34"/>
          <p:cNvPicPr>
            <a:picLocks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156" y="1249384"/>
            <a:ext cx="738863" cy="435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6" name="Picture 11" descr="AccessGateway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883" y="1776794"/>
            <a:ext cx="619224" cy="742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7" name="Picture 36"/>
          <p:cNvPicPr>
            <a:picLocks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9" y="614222"/>
            <a:ext cx="664412" cy="434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2" name="Connettore 1 161"/>
          <p:cNvCxnSpPr>
            <a:cxnSpLocks noChangeAspect="1"/>
          </p:cNvCxnSpPr>
          <p:nvPr/>
        </p:nvCxnSpPr>
        <p:spPr>
          <a:xfrm flipV="1">
            <a:off x="1391100" y="1467366"/>
            <a:ext cx="276444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ttangolo arrotondato 162"/>
          <p:cNvSpPr/>
          <p:nvPr/>
        </p:nvSpPr>
        <p:spPr>
          <a:xfrm>
            <a:off x="4378338" y="2354661"/>
            <a:ext cx="1089822" cy="537502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Console armadio 2 e ciabatte </a:t>
            </a:r>
            <a:r>
              <a:rPr lang="it-IT" sz="1100" dirty="0" err="1"/>
              <a:t>ip</a:t>
            </a:r>
            <a:endParaRPr lang="it-IT" sz="1100" dirty="0"/>
          </a:p>
        </p:txBody>
      </p:sp>
      <p:cxnSp>
        <p:nvCxnSpPr>
          <p:cNvPr id="164" name="Connettore 1 163"/>
          <p:cNvCxnSpPr/>
          <p:nvPr/>
        </p:nvCxnSpPr>
        <p:spPr>
          <a:xfrm>
            <a:off x="4921375" y="2848621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po 5"/>
          <p:cNvGrpSpPr/>
          <p:nvPr/>
        </p:nvGrpSpPr>
        <p:grpSpPr>
          <a:xfrm>
            <a:off x="10781356" y="4772441"/>
            <a:ext cx="563006" cy="553939"/>
            <a:chOff x="345969" y="527047"/>
            <a:chExt cx="563006" cy="553939"/>
          </a:xfrm>
        </p:grpSpPr>
        <p:sp>
          <p:nvSpPr>
            <p:cNvPr id="165" name="Rettangolo arrotondato 164"/>
            <p:cNvSpPr/>
            <p:nvPr/>
          </p:nvSpPr>
          <p:spPr>
            <a:xfrm>
              <a:off x="345969" y="527047"/>
              <a:ext cx="545589" cy="537502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6" name="Immagine 16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969" y="549211"/>
              <a:ext cx="447717" cy="433885"/>
            </a:xfrm>
            <a:prstGeom prst="rect">
              <a:avLst/>
            </a:prstGeom>
          </p:spPr>
        </p:pic>
        <p:pic>
          <p:nvPicPr>
            <p:cNvPr id="5" name="Immagine 4"/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827" y="741838"/>
              <a:ext cx="339148" cy="339148"/>
            </a:xfrm>
            <a:prstGeom prst="rect">
              <a:avLst/>
            </a:prstGeom>
          </p:spPr>
        </p:pic>
      </p:grpSp>
      <p:sp>
        <p:nvSpPr>
          <p:cNvPr id="175" name="CasellaDiTesto 174"/>
          <p:cNvSpPr txBox="1"/>
          <p:nvPr/>
        </p:nvSpPr>
        <p:spPr>
          <a:xfrm>
            <a:off x="9632159" y="49772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82" name="CasellaDiTesto 181"/>
          <p:cNvSpPr txBox="1"/>
          <p:nvPr/>
        </p:nvSpPr>
        <p:spPr>
          <a:xfrm>
            <a:off x="10565020" y="49488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</a:t>
            </a:r>
          </a:p>
        </p:txBody>
      </p:sp>
      <p:cxnSp>
        <p:nvCxnSpPr>
          <p:cNvPr id="183" name="Connettore 1 182"/>
          <p:cNvCxnSpPr/>
          <p:nvPr/>
        </p:nvCxnSpPr>
        <p:spPr>
          <a:xfrm>
            <a:off x="10130538" y="5297515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ttore 1 184"/>
          <p:cNvCxnSpPr/>
          <p:nvPr/>
        </p:nvCxnSpPr>
        <p:spPr>
          <a:xfrm>
            <a:off x="11052569" y="5297515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CasellaDiTesto 186"/>
          <p:cNvSpPr txBox="1"/>
          <p:nvPr/>
        </p:nvSpPr>
        <p:spPr>
          <a:xfrm>
            <a:off x="1043811" y="25269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4</a:t>
            </a:r>
          </a:p>
        </p:txBody>
      </p:sp>
      <p:grpSp>
        <p:nvGrpSpPr>
          <p:cNvPr id="188" name="Gruppo 187"/>
          <p:cNvGrpSpPr/>
          <p:nvPr/>
        </p:nvGrpSpPr>
        <p:grpSpPr>
          <a:xfrm>
            <a:off x="1580575" y="600732"/>
            <a:ext cx="532276" cy="555340"/>
            <a:chOff x="6758243" y="1192635"/>
            <a:chExt cx="532276" cy="555340"/>
          </a:xfrm>
        </p:grpSpPr>
        <p:sp>
          <p:nvSpPr>
            <p:cNvPr id="189" name="Rettangolo arrotondato 188"/>
            <p:cNvSpPr/>
            <p:nvPr/>
          </p:nvSpPr>
          <p:spPr>
            <a:xfrm>
              <a:off x="6758243" y="1192635"/>
              <a:ext cx="532276" cy="55534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90" name="Immagine 18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8243" y="1192635"/>
              <a:ext cx="436792" cy="423298"/>
            </a:xfrm>
            <a:prstGeom prst="rect">
              <a:avLst/>
            </a:prstGeom>
          </p:spPr>
        </p:pic>
        <p:pic>
          <p:nvPicPr>
            <p:cNvPr id="191" name="Immagine 19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7045" y="1440729"/>
              <a:ext cx="290468" cy="281495"/>
            </a:xfrm>
            <a:prstGeom prst="rect">
              <a:avLst/>
            </a:prstGeom>
          </p:spPr>
        </p:pic>
        <p:pic>
          <p:nvPicPr>
            <p:cNvPr id="192" name="Immagine 191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1733" y="1484609"/>
              <a:ext cx="262648" cy="262648"/>
            </a:xfrm>
            <a:prstGeom prst="rect">
              <a:avLst/>
            </a:prstGeom>
          </p:spPr>
        </p:pic>
      </p:grpSp>
      <p:sp>
        <p:nvSpPr>
          <p:cNvPr id="193" name="CasellaDiTesto 192"/>
          <p:cNvSpPr txBox="1"/>
          <p:nvPr/>
        </p:nvSpPr>
        <p:spPr>
          <a:xfrm>
            <a:off x="1241353" y="7788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3</a:t>
            </a:r>
          </a:p>
        </p:txBody>
      </p:sp>
      <p:sp>
        <p:nvSpPr>
          <p:cNvPr id="194" name="CasellaDiTesto 193"/>
          <p:cNvSpPr txBox="1"/>
          <p:nvPr/>
        </p:nvSpPr>
        <p:spPr>
          <a:xfrm>
            <a:off x="2769504" y="7075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</a:t>
            </a:r>
          </a:p>
        </p:txBody>
      </p:sp>
      <p:sp>
        <p:nvSpPr>
          <p:cNvPr id="195" name="CasellaDiTesto 194"/>
          <p:cNvSpPr txBox="1"/>
          <p:nvPr/>
        </p:nvSpPr>
        <p:spPr>
          <a:xfrm>
            <a:off x="247716" y="1323837"/>
            <a:ext cx="1534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VLAN clienti</a:t>
            </a:r>
          </a:p>
        </p:txBody>
      </p:sp>
      <p:cxnSp>
        <p:nvCxnSpPr>
          <p:cNvPr id="12" name="Connettore 4 11"/>
          <p:cNvCxnSpPr/>
          <p:nvPr/>
        </p:nvCxnSpPr>
        <p:spPr>
          <a:xfrm rot="5400000">
            <a:off x="9917883" y="4030396"/>
            <a:ext cx="3094518" cy="72707"/>
          </a:xfrm>
          <a:prstGeom prst="bentConnector3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4 14"/>
          <p:cNvCxnSpPr>
            <a:stCxn id="156" idx="1"/>
          </p:cNvCxnSpPr>
          <p:nvPr/>
        </p:nvCxnSpPr>
        <p:spPr>
          <a:xfrm rot="10800000" flipV="1">
            <a:off x="8647785" y="2148141"/>
            <a:ext cx="2544099" cy="2274495"/>
          </a:xfrm>
          <a:prstGeom prst="bentConnector3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4 17"/>
          <p:cNvCxnSpPr>
            <a:stCxn id="155" idx="2"/>
          </p:cNvCxnSpPr>
          <p:nvPr/>
        </p:nvCxnSpPr>
        <p:spPr>
          <a:xfrm rot="16200000" flipH="1">
            <a:off x="5895246" y="3531689"/>
            <a:ext cx="3928659" cy="235975"/>
          </a:xfrm>
          <a:prstGeom prst="bentConnector3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4 19"/>
          <p:cNvCxnSpPr>
            <a:stCxn id="155" idx="3"/>
          </p:cNvCxnSpPr>
          <p:nvPr/>
        </p:nvCxnSpPr>
        <p:spPr>
          <a:xfrm>
            <a:off x="8111019" y="1467366"/>
            <a:ext cx="739636" cy="1727352"/>
          </a:xfrm>
          <a:prstGeom prst="bentConnector2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4 21"/>
          <p:cNvCxnSpPr>
            <a:endCxn id="155" idx="1"/>
          </p:cNvCxnSpPr>
          <p:nvPr/>
        </p:nvCxnSpPr>
        <p:spPr>
          <a:xfrm>
            <a:off x="4155541" y="1462336"/>
            <a:ext cx="3216615" cy="5030"/>
          </a:xfrm>
          <a:prstGeom prst="bentConnector3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e 22"/>
          <p:cNvSpPr/>
          <p:nvPr/>
        </p:nvSpPr>
        <p:spPr>
          <a:xfrm>
            <a:off x="11363777" y="5539242"/>
            <a:ext cx="125449" cy="14952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6" name="Ovale 195"/>
          <p:cNvSpPr/>
          <p:nvPr/>
        </p:nvSpPr>
        <p:spPr>
          <a:xfrm>
            <a:off x="4092816" y="1389277"/>
            <a:ext cx="125449" cy="14952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7" name="Ovale 196"/>
          <p:cNvSpPr/>
          <p:nvPr/>
        </p:nvSpPr>
        <p:spPr>
          <a:xfrm>
            <a:off x="8793616" y="3121823"/>
            <a:ext cx="125449" cy="14952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8" name="Ovale 197"/>
          <p:cNvSpPr/>
          <p:nvPr/>
        </p:nvSpPr>
        <p:spPr>
          <a:xfrm>
            <a:off x="7912553" y="5548343"/>
            <a:ext cx="125449" cy="14952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9" name="Ovale 198"/>
          <p:cNvSpPr/>
          <p:nvPr/>
        </p:nvSpPr>
        <p:spPr>
          <a:xfrm>
            <a:off x="8615279" y="4344187"/>
            <a:ext cx="125449" cy="14952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00" name="Connettore 1 199"/>
          <p:cNvCxnSpPr/>
          <p:nvPr/>
        </p:nvCxnSpPr>
        <p:spPr>
          <a:xfrm>
            <a:off x="1804175" y="1133649"/>
            <a:ext cx="1" cy="33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ttore 1 200"/>
          <p:cNvCxnSpPr/>
          <p:nvPr/>
        </p:nvCxnSpPr>
        <p:spPr>
          <a:xfrm>
            <a:off x="3353575" y="1032049"/>
            <a:ext cx="3711" cy="433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" name="Immagine 20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6657" y="1967009"/>
            <a:ext cx="356173" cy="362262"/>
          </a:xfrm>
          <a:prstGeom prst="rect">
            <a:avLst/>
          </a:prstGeom>
        </p:spPr>
      </p:pic>
      <p:pic>
        <p:nvPicPr>
          <p:cNvPr id="207" name="Picture 11" descr="IOSfirewall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595" y="5870809"/>
            <a:ext cx="557343" cy="698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8" name="CasellaDiTesto 207"/>
          <p:cNvSpPr txBox="1"/>
          <p:nvPr/>
        </p:nvSpPr>
        <p:spPr>
          <a:xfrm>
            <a:off x="6465944" y="5851320"/>
            <a:ext cx="138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Sicurezza perimetrale </a:t>
            </a:r>
            <a:r>
              <a:rPr lang="it-IT" sz="1200" dirty="0" err="1"/>
              <a:t>xxxxx</a:t>
            </a:r>
            <a:endParaRPr lang="it-IT" sz="1200" dirty="0"/>
          </a:p>
        </p:txBody>
      </p:sp>
      <p:cxnSp>
        <p:nvCxnSpPr>
          <p:cNvPr id="26" name="Connettore 1 25"/>
          <p:cNvCxnSpPr>
            <a:stCxn id="207" idx="0"/>
          </p:cNvCxnSpPr>
          <p:nvPr/>
        </p:nvCxnSpPr>
        <p:spPr>
          <a:xfrm flipV="1">
            <a:off x="6174267" y="5613149"/>
            <a:ext cx="196" cy="257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CasellaDiTesto 208"/>
          <p:cNvSpPr txBox="1"/>
          <p:nvPr/>
        </p:nvSpPr>
        <p:spPr>
          <a:xfrm>
            <a:off x="4435493" y="3726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2A68EEA-15A0-B692-4EE0-BA7E25F1E39D}"/>
              </a:ext>
            </a:extLst>
          </p:cNvPr>
          <p:cNvSpPr txBox="1"/>
          <p:nvPr/>
        </p:nvSpPr>
        <p:spPr>
          <a:xfrm>
            <a:off x="8946753" y="102917"/>
            <a:ext cx="30240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solidFill>
                  <a:srgbClr val="000000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ALPR24.1.A – Schema Rete</a:t>
            </a:r>
          </a:p>
          <a:p>
            <a:r>
              <a:rPr lang="it-IT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Rev. 0.0 del 24/04/2026</a:t>
            </a:r>
          </a:p>
          <a:p>
            <a:r>
              <a:rPr lang="it-IT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Classificazione Interno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06888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1 3"/>
          <p:cNvCxnSpPr>
            <a:cxnSpLocks noChangeAspect="1"/>
          </p:cNvCxnSpPr>
          <p:nvPr/>
        </p:nvCxnSpPr>
        <p:spPr>
          <a:xfrm>
            <a:off x="1001296" y="5614008"/>
            <a:ext cx="97509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11" descr="IOSfirewal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595" y="5870809"/>
            <a:ext cx="557343" cy="698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sellaDiTesto 5"/>
          <p:cNvSpPr txBox="1"/>
          <p:nvPr/>
        </p:nvSpPr>
        <p:spPr>
          <a:xfrm>
            <a:off x="6465944" y="5851320"/>
            <a:ext cx="1380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Firewall xxx</a:t>
            </a:r>
          </a:p>
        </p:txBody>
      </p:sp>
      <p:cxnSp>
        <p:nvCxnSpPr>
          <p:cNvPr id="7" name="Connettore 1 6"/>
          <p:cNvCxnSpPr>
            <a:stCxn id="5" idx="0"/>
          </p:cNvCxnSpPr>
          <p:nvPr/>
        </p:nvCxnSpPr>
        <p:spPr>
          <a:xfrm flipV="1">
            <a:off x="6174267" y="5613149"/>
            <a:ext cx="196" cy="257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po 7"/>
          <p:cNvGrpSpPr/>
          <p:nvPr/>
        </p:nvGrpSpPr>
        <p:grpSpPr>
          <a:xfrm>
            <a:off x="3323226" y="4889623"/>
            <a:ext cx="547476" cy="562028"/>
            <a:chOff x="9518963" y="2489796"/>
            <a:chExt cx="547476" cy="562028"/>
          </a:xfrm>
        </p:grpSpPr>
        <p:grpSp>
          <p:nvGrpSpPr>
            <p:cNvPr id="9" name="Gruppo 8"/>
            <p:cNvGrpSpPr/>
            <p:nvPr/>
          </p:nvGrpSpPr>
          <p:grpSpPr>
            <a:xfrm>
              <a:off x="9518963" y="2489796"/>
              <a:ext cx="532276" cy="555340"/>
              <a:chOff x="4092354" y="4392011"/>
              <a:chExt cx="532276" cy="555340"/>
            </a:xfrm>
          </p:grpSpPr>
          <p:sp>
            <p:nvSpPr>
              <p:cNvPr id="11" name="Rettangolo arrotondato 10"/>
              <p:cNvSpPr/>
              <p:nvPr/>
            </p:nvSpPr>
            <p:spPr>
              <a:xfrm>
                <a:off x="4092354" y="4392011"/>
                <a:ext cx="532276" cy="555340"/>
              </a:xfrm>
              <a:prstGeom prst="roundRect">
                <a:avLst/>
              </a:prstGeom>
              <a:solidFill>
                <a:srgbClr val="A9E7E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pic>
            <p:nvPicPr>
              <p:cNvPr id="12" name="Immagine 1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92354" y="4414176"/>
                <a:ext cx="436792" cy="423298"/>
              </a:xfrm>
              <a:prstGeom prst="rect">
                <a:avLst/>
              </a:prstGeom>
            </p:spPr>
          </p:pic>
        </p:grpSp>
        <p:pic>
          <p:nvPicPr>
            <p:cNvPr id="10" name="Immagine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23958" y="2709343"/>
              <a:ext cx="342481" cy="342481"/>
            </a:xfrm>
            <a:prstGeom prst="rect">
              <a:avLst/>
            </a:prstGeom>
          </p:spPr>
        </p:pic>
      </p:grpSp>
      <p:cxnSp>
        <p:nvCxnSpPr>
          <p:cNvPr id="18" name="Connettore 1 17"/>
          <p:cNvCxnSpPr/>
          <p:nvPr/>
        </p:nvCxnSpPr>
        <p:spPr>
          <a:xfrm flipV="1">
            <a:off x="6174266" y="4006516"/>
            <a:ext cx="0" cy="1606633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1 19"/>
          <p:cNvCxnSpPr/>
          <p:nvPr/>
        </p:nvCxnSpPr>
        <p:spPr>
          <a:xfrm flipH="1">
            <a:off x="1636297" y="3961443"/>
            <a:ext cx="9134735" cy="45073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magin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92" y="4073438"/>
            <a:ext cx="436792" cy="423298"/>
          </a:xfrm>
          <a:prstGeom prst="rect">
            <a:avLst/>
          </a:prstGeom>
        </p:spPr>
      </p:pic>
      <p:pic>
        <p:nvPicPr>
          <p:cNvPr id="22" name="Immagine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469" y="4285087"/>
            <a:ext cx="290468" cy="281495"/>
          </a:xfrm>
          <a:prstGeom prst="rect">
            <a:avLst/>
          </a:prstGeom>
        </p:spPr>
      </p:pic>
      <p:pic>
        <p:nvPicPr>
          <p:cNvPr id="23" name="Immagin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3748" y="4099622"/>
            <a:ext cx="436792" cy="423298"/>
          </a:xfrm>
          <a:prstGeom prst="rect">
            <a:avLst/>
          </a:prstGeom>
        </p:spPr>
      </p:pic>
      <p:pic>
        <p:nvPicPr>
          <p:cNvPr id="24" name="Immagine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325" y="4311271"/>
            <a:ext cx="290468" cy="281495"/>
          </a:xfrm>
          <a:prstGeom prst="rect">
            <a:avLst/>
          </a:prstGeom>
        </p:spPr>
      </p:pic>
      <p:pic>
        <p:nvPicPr>
          <p:cNvPr id="25" name="Immagine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321" y="4073734"/>
            <a:ext cx="436792" cy="423298"/>
          </a:xfrm>
          <a:prstGeom prst="rect">
            <a:avLst/>
          </a:prstGeom>
        </p:spPr>
      </p:pic>
      <p:pic>
        <p:nvPicPr>
          <p:cNvPr id="26" name="Immagine 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898" y="4285383"/>
            <a:ext cx="290468" cy="281495"/>
          </a:xfrm>
          <a:prstGeom prst="rect">
            <a:avLst/>
          </a:prstGeom>
        </p:spPr>
      </p:pic>
      <p:cxnSp>
        <p:nvCxnSpPr>
          <p:cNvPr id="31" name="Connettore 2 30"/>
          <p:cNvCxnSpPr/>
          <p:nvPr/>
        </p:nvCxnSpPr>
        <p:spPr>
          <a:xfrm flipH="1" flipV="1">
            <a:off x="3007909" y="4603484"/>
            <a:ext cx="315121" cy="285843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/>
          <p:cNvCxnSpPr/>
          <p:nvPr/>
        </p:nvCxnSpPr>
        <p:spPr>
          <a:xfrm flipV="1">
            <a:off x="3590978" y="4617598"/>
            <a:ext cx="0" cy="23053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/>
          <p:cNvCxnSpPr/>
          <p:nvPr/>
        </p:nvCxnSpPr>
        <p:spPr>
          <a:xfrm flipV="1">
            <a:off x="3846366" y="4585715"/>
            <a:ext cx="319411" cy="304854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1 42"/>
          <p:cNvCxnSpPr/>
          <p:nvPr/>
        </p:nvCxnSpPr>
        <p:spPr>
          <a:xfrm>
            <a:off x="2794000" y="4006516"/>
            <a:ext cx="4233" cy="186601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1 50"/>
          <p:cNvCxnSpPr/>
          <p:nvPr/>
        </p:nvCxnSpPr>
        <p:spPr>
          <a:xfrm>
            <a:off x="3589364" y="4006516"/>
            <a:ext cx="0" cy="186601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1 53"/>
          <p:cNvCxnSpPr/>
          <p:nvPr/>
        </p:nvCxnSpPr>
        <p:spPr>
          <a:xfrm>
            <a:off x="4389967" y="4006516"/>
            <a:ext cx="4233" cy="235284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18" descr="Email-Web_InteractionMgr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4104" y="4409862"/>
            <a:ext cx="566737" cy="92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18" descr="Email-Web_InteractionMgr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2175" y="4387753"/>
            <a:ext cx="566737" cy="92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9" name="Connettore 1 58"/>
          <p:cNvCxnSpPr>
            <a:stCxn id="56" idx="0"/>
          </p:cNvCxnSpPr>
          <p:nvPr/>
        </p:nvCxnSpPr>
        <p:spPr>
          <a:xfrm flipH="1" flipV="1">
            <a:off x="7197472" y="4006516"/>
            <a:ext cx="1" cy="403346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1 60"/>
          <p:cNvCxnSpPr>
            <a:stCxn id="57" idx="0"/>
          </p:cNvCxnSpPr>
          <p:nvPr/>
        </p:nvCxnSpPr>
        <p:spPr>
          <a:xfrm flipH="1" flipV="1">
            <a:off x="8255543" y="4006516"/>
            <a:ext cx="1" cy="381237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ttore 2 62"/>
          <p:cNvCxnSpPr>
            <a:endCxn id="56" idx="2"/>
          </p:cNvCxnSpPr>
          <p:nvPr/>
        </p:nvCxnSpPr>
        <p:spPr>
          <a:xfrm flipV="1">
            <a:off x="7197472" y="5330612"/>
            <a:ext cx="1" cy="282537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2 64"/>
          <p:cNvCxnSpPr>
            <a:endCxn id="57" idx="2"/>
          </p:cNvCxnSpPr>
          <p:nvPr/>
        </p:nvCxnSpPr>
        <p:spPr>
          <a:xfrm flipV="1">
            <a:off x="8255543" y="5308503"/>
            <a:ext cx="1" cy="304646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Freccia a destra 65"/>
          <p:cNvSpPr/>
          <p:nvPr/>
        </p:nvSpPr>
        <p:spPr>
          <a:xfrm>
            <a:off x="7583526" y="4701033"/>
            <a:ext cx="308933" cy="294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8" name="Connettore 1 67"/>
          <p:cNvCxnSpPr/>
          <p:nvPr/>
        </p:nvCxnSpPr>
        <p:spPr>
          <a:xfrm flipV="1">
            <a:off x="6174266" y="3711495"/>
            <a:ext cx="0" cy="295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1 69"/>
          <p:cNvCxnSpPr/>
          <p:nvPr/>
        </p:nvCxnSpPr>
        <p:spPr>
          <a:xfrm flipH="1">
            <a:off x="1001296" y="3676416"/>
            <a:ext cx="9769736" cy="70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uppo 73"/>
          <p:cNvGrpSpPr/>
          <p:nvPr/>
        </p:nvGrpSpPr>
        <p:grpSpPr>
          <a:xfrm>
            <a:off x="2555639" y="3046214"/>
            <a:ext cx="472045" cy="483171"/>
            <a:chOff x="3622374" y="1157559"/>
            <a:chExt cx="1110770" cy="1195843"/>
          </a:xfrm>
        </p:grpSpPr>
        <p:sp>
          <p:nvSpPr>
            <p:cNvPr id="75" name="Rettangolo arrotondato 74"/>
            <p:cNvSpPr/>
            <p:nvPr/>
          </p:nvSpPr>
          <p:spPr>
            <a:xfrm>
              <a:off x="3622374" y="1157559"/>
              <a:ext cx="1110770" cy="119584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76" name="Immagine 7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6502" y="1205287"/>
              <a:ext cx="911510" cy="911510"/>
            </a:xfrm>
            <a:prstGeom prst="rect">
              <a:avLst/>
            </a:prstGeom>
          </p:spPr>
        </p:pic>
        <p:pic>
          <p:nvPicPr>
            <p:cNvPr id="77" name="Immagine 76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758" y="1607433"/>
              <a:ext cx="632254" cy="632254"/>
            </a:xfrm>
            <a:prstGeom prst="rect">
              <a:avLst/>
            </a:prstGeom>
          </p:spPr>
        </p:pic>
      </p:grpSp>
      <p:grpSp>
        <p:nvGrpSpPr>
          <p:cNvPr id="82" name="Gruppo 81"/>
          <p:cNvGrpSpPr/>
          <p:nvPr/>
        </p:nvGrpSpPr>
        <p:grpSpPr>
          <a:xfrm>
            <a:off x="3353341" y="3035459"/>
            <a:ext cx="472045" cy="483171"/>
            <a:chOff x="3622374" y="1157559"/>
            <a:chExt cx="1110770" cy="1195843"/>
          </a:xfrm>
        </p:grpSpPr>
        <p:sp>
          <p:nvSpPr>
            <p:cNvPr id="83" name="Rettangolo arrotondato 82"/>
            <p:cNvSpPr/>
            <p:nvPr/>
          </p:nvSpPr>
          <p:spPr>
            <a:xfrm>
              <a:off x="3622374" y="1157559"/>
              <a:ext cx="1110770" cy="119584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84" name="Immagine 83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6502" y="1205287"/>
              <a:ext cx="911510" cy="911510"/>
            </a:xfrm>
            <a:prstGeom prst="rect">
              <a:avLst/>
            </a:prstGeom>
          </p:spPr>
        </p:pic>
        <p:pic>
          <p:nvPicPr>
            <p:cNvPr id="85" name="Immagine 8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758" y="1607433"/>
              <a:ext cx="632254" cy="632254"/>
            </a:xfrm>
            <a:prstGeom prst="rect">
              <a:avLst/>
            </a:prstGeom>
          </p:spPr>
        </p:pic>
      </p:grpSp>
      <p:grpSp>
        <p:nvGrpSpPr>
          <p:cNvPr id="86" name="Gruppo 85"/>
          <p:cNvGrpSpPr/>
          <p:nvPr/>
        </p:nvGrpSpPr>
        <p:grpSpPr>
          <a:xfrm>
            <a:off x="4173748" y="3032707"/>
            <a:ext cx="472045" cy="483171"/>
            <a:chOff x="3622374" y="1157559"/>
            <a:chExt cx="1110770" cy="1195843"/>
          </a:xfrm>
        </p:grpSpPr>
        <p:sp>
          <p:nvSpPr>
            <p:cNvPr id="87" name="Rettangolo arrotondato 86"/>
            <p:cNvSpPr/>
            <p:nvPr/>
          </p:nvSpPr>
          <p:spPr>
            <a:xfrm>
              <a:off x="3622374" y="1157559"/>
              <a:ext cx="1110770" cy="119584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88" name="Immagine 8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6502" y="1205287"/>
              <a:ext cx="911510" cy="911510"/>
            </a:xfrm>
            <a:prstGeom prst="rect">
              <a:avLst/>
            </a:prstGeom>
          </p:spPr>
        </p:pic>
        <p:pic>
          <p:nvPicPr>
            <p:cNvPr id="89" name="Immagine 88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758" y="1607433"/>
              <a:ext cx="632254" cy="632254"/>
            </a:xfrm>
            <a:prstGeom prst="rect">
              <a:avLst/>
            </a:prstGeom>
          </p:spPr>
        </p:pic>
      </p:grpSp>
      <p:sp>
        <p:nvSpPr>
          <p:cNvPr id="90" name="Freccia a destra con strisce 89"/>
          <p:cNvSpPr/>
          <p:nvPr/>
        </p:nvSpPr>
        <p:spPr>
          <a:xfrm rot="5400000">
            <a:off x="2587552" y="3668329"/>
            <a:ext cx="412896" cy="199242"/>
          </a:xfrm>
          <a:prstGeom prst="striped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1" name="Freccia a destra con strisce 90"/>
          <p:cNvSpPr/>
          <p:nvPr/>
        </p:nvSpPr>
        <p:spPr>
          <a:xfrm rot="5400000">
            <a:off x="3383780" y="3655373"/>
            <a:ext cx="412896" cy="199242"/>
          </a:xfrm>
          <a:prstGeom prst="striped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2" name="Freccia a destra con strisce 91"/>
          <p:cNvSpPr/>
          <p:nvPr/>
        </p:nvSpPr>
        <p:spPr>
          <a:xfrm rot="5400000">
            <a:off x="4187752" y="3655374"/>
            <a:ext cx="412896" cy="199242"/>
          </a:xfrm>
          <a:prstGeom prst="striped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3" name="Immagine 9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2037" y="4791651"/>
            <a:ext cx="436792" cy="423298"/>
          </a:xfrm>
          <a:prstGeom prst="rect">
            <a:avLst/>
          </a:prstGeom>
        </p:spPr>
      </p:pic>
      <p:pic>
        <p:nvPicPr>
          <p:cNvPr id="94" name="Immagine 9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614" y="5003300"/>
            <a:ext cx="290468" cy="281495"/>
          </a:xfrm>
          <a:prstGeom prst="rect">
            <a:avLst/>
          </a:prstGeom>
        </p:spPr>
      </p:pic>
      <p:pic>
        <p:nvPicPr>
          <p:cNvPr id="95" name="Immagine 9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724" y="4815510"/>
            <a:ext cx="436792" cy="423298"/>
          </a:xfrm>
          <a:prstGeom prst="rect">
            <a:avLst/>
          </a:prstGeom>
        </p:spPr>
      </p:pic>
      <p:pic>
        <p:nvPicPr>
          <p:cNvPr id="96" name="Immagine 9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301" y="5027159"/>
            <a:ext cx="290468" cy="281495"/>
          </a:xfrm>
          <a:prstGeom prst="rect">
            <a:avLst/>
          </a:prstGeom>
        </p:spPr>
      </p:pic>
      <p:pic>
        <p:nvPicPr>
          <p:cNvPr id="97" name="Immagine 9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484" y="4092905"/>
            <a:ext cx="436792" cy="423298"/>
          </a:xfrm>
          <a:prstGeom prst="rect">
            <a:avLst/>
          </a:prstGeom>
        </p:spPr>
      </p:pic>
      <p:pic>
        <p:nvPicPr>
          <p:cNvPr id="98" name="Immagine 9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61" y="4304554"/>
            <a:ext cx="290468" cy="281495"/>
          </a:xfrm>
          <a:prstGeom prst="rect">
            <a:avLst/>
          </a:prstGeom>
        </p:spPr>
      </p:pic>
      <p:pic>
        <p:nvPicPr>
          <p:cNvPr id="99" name="Immagine 9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493" y="4073438"/>
            <a:ext cx="436792" cy="423298"/>
          </a:xfrm>
          <a:prstGeom prst="rect">
            <a:avLst/>
          </a:prstGeom>
        </p:spPr>
      </p:pic>
      <p:pic>
        <p:nvPicPr>
          <p:cNvPr id="100" name="Immagine 9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070" y="4285087"/>
            <a:ext cx="290468" cy="281495"/>
          </a:xfrm>
          <a:prstGeom prst="rect">
            <a:avLst/>
          </a:prstGeom>
        </p:spPr>
      </p:pic>
      <p:cxnSp>
        <p:nvCxnSpPr>
          <p:cNvPr id="102" name="Connettore 1 101"/>
          <p:cNvCxnSpPr>
            <a:stCxn id="99" idx="0"/>
            <a:endCxn id="99" idx="0"/>
          </p:cNvCxnSpPr>
          <p:nvPr/>
        </p:nvCxnSpPr>
        <p:spPr>
          <a:xfrm>
            <a:off x="2037889" y="407343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ttore 1 105"/>
          <p:cNvCxnSpPr/>
          <p:nvPr/>
        </p:nvCxnSpPr>
        <p:spPr>
          <a:xfrm flipH="1" flipV="1">
            <a:off x="2032633" y="4003012"/>
            <a:ext cx="5256" cy="190105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ttore 1 108"/>
          <p:cNvCxnSpPr/>
          <p:nvPr/>
        </p:nvCxnSpPr>
        <p:spPr>
          <a:xfrm flipV="1">
            <a:off x="5187880" y="4003013"/>
            <a:ext cx="0" cy="238787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/>
          <p:cNvCxnSpPr>
            <a:stCxn id="11" idx="1"/>
          </p:cNvCxnSpPr>
          <p:nvPr/>
        </p:nvCxnSpPr>
        <p:spPr>
          <a:xfrm flipH="1" flipV="1">
            <a:off x="2291538" y="4603484"/>
            <a:ext cx="1031688" cy="563809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ttore 2 115"/>
          <p:cNvCxnSpPr>
            <a:stCxn id="11" idx="3"/>
          </p:cNvCxnSpPr>
          <p:nvPr/>
        </p:nvCxnSpPr>
        <p:spPr>
          <a:xfrm flipV="1">
            <a:off x="3855502" y="4522920"/>
            <a:ext cx="1197761" cy="644373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2 117"/>
          <p:cNvCxnSpPr>
            <a:endCxn id="93" idx="2"/>
          </p:cNvCxnSpPr>
          <p:nvPr/>
        </p:nvCxnSpPr>
        <p:spPr>
          <a:xfrm flipV="1">
            <a:off x="9350433" y="5214949"/>
            <a:ext cx="0" cy="39820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2 119"/>
          <p:cNvCxnSpPr>
            <a:endCxn id="96" idx="2"/>
          </p:cNvCxnSpPr>
          <p:nvPr/>
        </p:nvCxnSpPr>
        <p:spPr>
          <a:xfrm flipV="1">
            <a:off x="10108535" y="5308654"/>
            <a:ext cx="0" cy="304495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ttore 1 121"/>
          <p:cNvCxnSpPr>
            <a:stCxn id="93" idx="0"/>
          </p:cNvCxnSpPr>
          <p:nvPr/>
        </p:nvCxnSpPr>
        <p:spPr>
          <a:xfrm flipV="1">
            <a:off x="9350433" y="3974399"/>
            <a:ext cx="0" cy="817252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ttore 1 123"/>
          <p:cNvCxnSpPr>
            <a:stCxn id="95" idx="0"/>
          </p:cNvCxnSpPr>
          <p:nvPr/>
        </p:nvCxnSpPr>
        <p:spPr>
          <a:xfrm flipH="1" flipV="1">
            <a:off x="9963301" y="3974399"/>
            <a:ext cx="36819" cy="841111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ttore 1 128"/>
          <p:cNvCxnSpPr/>
          <p:nvPr/>
        </p:nvCxnSpPr>
        <p:spPr>
          <a:xfrm flipV="1">
            <a:off x="1001296" y="1410021"/>
            <a:ext cx="9107239" cy="40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1" name="Gruppo 130"/>
          <p:cNvGrpSpPr/>
          <p:nvPr/>
        </p:nvGrpSpPr>
        <p:grpSpPr>
          <a:xfrm>
            <a:off x="5872343" y="2968600"/>
            <a:ext cx="561739" cy="555340"/>
            <a:chOff x="5686700" y="2463239"/>
            <a:chExt cx="561739" cy="555340"/>
          </a:xfrm>
        </p:grpSpPr>
        <p:sp>
          <p:nvSpPr>
            <p:cNvPr id="132" name="Rettangolo arrotondato 131"/>
            <p:cNvSpPr/>
            <p:nvPr/>
          </p:nvSpPr>
          <p:spPr>
            <a:xfrm>
              <a:off x="5686700" y="2463239"/>
              <a:ext cx="532276" cy="55534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33" name="Immagine 13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6700" y="2485404"/>
              <a:ext cx="436792" cy="423298"/>
            </a:xfrm>
            <a:prstGeom prst="rect">
              <a:avLst/>
            </a:prstGeom>
          </p:spPr>
        </p:pic>
        <p:pic>
          <p:nvPicPr>
            <p:cNvPr id="134" name="Immagine 133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7493" y="2697053"/>
              <a:ext cx="350946" cy="293613"/>
            </a:xfrm>
            <a:prstGeom prst="rect">
              <a:avLst/>
            </a:prstGeom>
          </p:spPr>
        </p:pic>
      </p:grpSp>
      <p:grpSp>
        <p:nvGrpSpPr>
          <p:cNvPr id="158" name="Gruppo 157"/>
          <p:cNvGrpSpPr/>
          <p:nvPr/>
        </p:nvGrpSpPr>
        <p:grpSpPr>
          <a:xfrm>
            <a:off x="5867053" y="1804244"/>
            <a:ext cx="532276" cy="555340"/>
            <a:chOff x="3892179" y="4976165"/>
            <a:chExt cx="532276" cy="555340"/>
          </a:xfrm>
        </p:grpSpPr>
        <p:sp>
          <p:nvSpPr>
            <p:cNvPr id="159" name="Rettangolo arrotondato 158"/>
            <p:cNvSpPr/>
            <p:nvPr/>
          </p:nvSpPr>
          <p:spPr>
            <a:xfrm>
              <a:off x="3892179" y="4976165"/>
              <a:ext cx="532276" cy="55534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0" name="Immagine 15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2179" y="4998330"/>
              <a:ext cx="436792" cy="423298"/>
            </a:xfrm>
            <a:prstGeom prst="rect">
              <a:avLst/>
            </a:prstGeom>
          </p:spPr>
        </p:pic>
        <p:pic>
          <p:nvPicPr>
            <p:cNvPr id="161" name="Immagine 16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6261" y="5135215"/>
              <a:ext cx="388194" cy="388194"/>
            </a:xfrm>
            <a:prstGeom prst="rect">
              <a:avLst/>
            </a:prstGeom>
          </p:spPr>
        </p:pic>
      </p:grpSp>
      <p:grpSp>
        <p:nvGrpSpPr>
          <p:cNvPr id="165" name="Gruppo 164"/>
          <p:cNvGrpSpPr/>
          <p:nvPr/>
        </p:nvGrpSpPr>
        <p:grpSpPr>
          <a:xfrm>
            <a:off x="2916375" y="1794963"/>
            <a:ext cx="532276" cy="564621"/>
            <a:chOff x="8564695" y="2368879"/>
            <a:chExt cx="532276" cy="564621"/>
          </a:xfrm>
        </p:grpSpPr>
        <p:sp>
          <p:nvSpPr>
            <p:cNvPr id="166" name="Rettangolo arrotondato 165"/>
            <p:cNvSpPr/>
            <p:nvPr/>
          </p:nvSpPr>
          <p:spPr>
            <a:xfrm>
              <a:off x="8564695" y="2368879"/>
              <a:ext cx="532276" cy="55534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7" name="Immagine 16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4695" y="2391044"/>
              <a:ext cx="436792" cy="423298"/>
            </a:xfrm>
            <a:prstGeom prst="rect">
              <a:avLst/>
            </a:prstGeom>
          </p:spPr>
        </p:pic>
        <p:pic>
          <p:nvPicPr>
            <p:cNvPr id="168" name="Immagine 167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71313" y="2619620"/>
              <a:ext cx="313880" cy="313880"/>
            </a:xfrm>
            <a:prstGeom prst="rect">
              <a:avLst/>
            </a:prstGeom>
          </p:spPr>
        </p:pic>
      </p:grpSp>
      <p:grpSp>
        <p:nvGrpSpPr>
          <p:cNvPr id="169" name="Gruppo 168"/>
          <p:cNvGrpSpPr/>
          <p:nvPr/>
        </p:nvGrpSpPr>
        <p:grpSpPr>
          <a:xfrm>
            <a:off x="2023363" y="1804244"/>
            <a:ext cx="532276" cy="564621"/>
            <a:chOff x="8564695" y="2368879"/>
            <a:chExt cx="532276" cy="564621"/>
          </a:xfrm>
        </p:grpSpPr>
        <p:sp>
          <p:nvSpPr>
            <p:cNvPr id="170" name="Rettangolo arrotondato 169"/>
            <p:cNvSpPr/>
            <p:nvPr/>
          </p:nvSpPr>
          <p:spPr>
            <a:xfrm>
              <a:off x="8564695" y="2368879"/>
              <a:ext cx="532276" cy="55534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71" name="Immagine 17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4695" y="2391044"/>
              <a:ext cx="436792" cy="423298"/>
            </a:xfrm>
            <a:prstGeom prst="rect">
              <a:avLst/>
            </a:prstGeom>
          </p:spPr>
        </p:pic>
        <p:pic>
          <p:nvPicPr>
            <p:cNvPr id="172" name="Immagine 171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71313" y="2619620"/>
              <a:ext cx="313880" cy="313880"/>
            </a:xfrm>
            <a:prstGeom prst="rect">
              <a:avLst/>
            </a:prstGeom>
          </p:spPr>
        </p:pic>
      </p:grpSp>
      <p:grpSp>
        <p:nvGrpSpPr>
          <p:cNvPr id="173" name="Gruppo 172"/>
          <p:cNvGrpSpPr/>
          <p:nvPr/>
        </p:nvGrpSpPr>
        <p:grpSpPr>
          <a:xfrm>
            <a:off x="7428006" y="1792114"/>
            <a:ext cx="532276" cy="555340"/>
            <a:chOff x="3622374" y="1157559"/>
            <a:chExt cx="1110770" cy="1195843"/>
          </a:xfrm>
        </p:grpSpPr>
        <p:sp>
          <p:nvSpPr>
            <p:cNvPr id="174" name="Rettangolo arrotondato 173"/>
            <p:cNvSpPr/>
            <p:nvPr/>
          </p:nvSpPr>
          <p:spPr>
            <a:xfrm>
              <a:off x="3622374" y="1157559"/>
              <a:ext cx="1110770" cy="119584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75" name="Immagine 17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6502" y="1205287"/>
              <a:ext cx="911510" cy="911510"/>
            </a:xfrm>
            <a:prstGeom prst="rect">
              <a:avLst/>
            </a:prstGeom>
          </p:spPr>
        </p:pic>
        <p:pic>
          <p:nvPicPr>
            <p:cNvPr id="176" name="Immagine 17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758" y="1607433"/>
              <a:ext cx="632254" cy="632254"/>
            </a:xfrm>
            <a:prstGeom prst="rect">
              <a:avLst/>
            </a:prstGeom>
          </p:spPr>
        </p:pic>
      </p:grpSp>
      <p:grpSp>
        <p:nvGrpSpPr>
          <p:cNvPr id="177" name="Gruppo 176"/>
          <p:cNvGrpSpPr/>
          <p:nvPr/>
        </p:nvGrpSpPr>
        <p:grpSpPr>
          <a:xfrm>
            <a:off x="3734930" y="1799975"/>
            <a:ext cx="532276" cy="555340"/>
            <a:chOff x="4247096" y="2043432"/>
            <a:chExt cx="532276" cy="555340"/>
          </a:xfrm>
        </p:grpSpPr>
        <p:sp>
          <p:nvSpPr>
            <p:cNvPr id="178" name="Rettangolo arrotondato 177"/>
            <p:cNvSpPr/>
            <p:nvPr/>
          </p:nvSpPr>
          <p:spPr>
            <a:xfrm>
              <a:off x="4247096" y="2043432"/>
              <a:ext cx="532276" cy="55534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79" name="Immagine 17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7096" y="2065597"/>
              <a:ext cx="436792" cy="423298"/>
            </a:xfrm>
            <a:prstGeom prst="rect">
              <a:avLst/>
            </a:prstGeom>
          </p:spPr>
        </p:pic>
        <p:pic>
          <p:nvPicPr>
            <p:cNvPr id="180" name="Immagine 179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8817" y="2267949"/>
              <a:ext cx="319321" cy="319321"/>
            </a:xfrm>
            <a:prstGeom prst="rect">
              <a:avLst/>
            </a:prstGeom>
          </p:spPr>
        </p:pic>
      </p:grpSp>
      <p:grpSp>
        <p:nvGrpSpPr>
          <p:cNvPr id="181" name="Gruppo 180"/>
          <p:cNvGrpSpPr/>
          <p:nvPr/>
        </p:nvGrpSpPr>
        <p:grpSpPr>
          <a:xfrm>
            <a:off x="4553873" y="1798715"/>
            <a:ext cx="532276" cy="555340"/>
            <a:chOff x="2377149" y="3715522"/>
            <a:chExt cx="1110770" cy="1195843"/>
          </a:xfrm>
        </p:grpSpPr>
        <p:sp>
          <p:nvSpPr>
            <p:cNvPr id="182" name="Rettangolo arrotondato 181"/>
            <p:cNvSpPr/>
            <p:nvPr/>
          </p:nvSpPr>
          <p:spPr>
            <a:xfrm>
              <a:off x="2377149" y="3715522"/>
              <a:ext cx="1110770" cy="119584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83" name="Immagine 18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149" y="3715522"/>
              <a:ext cx="911510" cy="911510"/>
            </a:xfrm>
            <a:prstGeom prst="rect">
              <a:avLst/>
            </a:prstGeom>
          </p:spPr>
        </p:pic>
        <p:pic>
          <p:nvPicPr>
            <p:cNvPr id="184" name="Immagine 18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6069" y="4171277"/>
              <a:ext cx="606158" cy="606158"/>
            </a:xfrm>
            <a:prstGeom prst="rect">
              <a:avLst/>
            </a:prstGeom>
          </p:spPr>
        </p:pic>
      </p:grpSp>
      <p:pic>
        <p:nvPicPr>
          <p:cNvPr id="185" name="Immagine 18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7807">
            <a:off x="8137006" y="2812281"/>
            <a:ext cx="435980" cy="435980"/>
          </a:xfrm>
          <a:prstGeom prst="rect">
            <a:avLst/>
          </a:prstGeom>
        </p:spPr>
      </p:pic>
      <p:grpSp>
        <p:nvGrpSpPr>
          <p:cNvPr id="186" name="Gruppo 185"/>
          <p:cNvGrpSpPr/>
          <p:nvPr/>
        </p:nvGrpSpPr>
        <p:grpSpPr>
          <a:xfrm>
            <a:off x="8283396" y="1788237"/>
            <a:ext cx="532276" cy="555340"/>
            <a:chOff x="9714518" y="1268257"/>
            <a:chExt cx="532276" cy="555340"/>
          </a:xfrm>
        </p:grpSpPr>
        <p:sp>
          <p:nvSpPr>
            <p:cNvPr id="187" name="Rettangolo arrotondato 186"/>
            <p:cNvSpPr/>
            <p:nvPr/>
          </p:nvSpPr>
          <p:spPr>
            <a:xfrm>
              <a:off x="9714518" y="1268257"/>
              <a:ext cx="532276" cy="55534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88" name="Immagine 18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4518" y="1290422"/>
              <a:ext cx="436792" cy="423298"/>
            </a:xfrm>
            <a:prstGeom prst="rect">
              <a:avLst/>
            </a:prstGeom>
          </p:spPr>
        </p:pic>
        <p:pic>
          <p:nvPicPr>
            <p:cNvPr id="189" name="Immagine 188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2914" y="1526658"/>
              <a:ext cx="272370" cy="272370"/>
            </a:xfrm>
            <a:prstGeom prst="rect">
              <a:avLst/>
            </a:prstGeom>
          </p:spPr>
        </p:pic>
      </p:grpSp>
      <p:grpSp>
        <p:nvGrpSpPr>
          <p:cNvPr id="190" name="Gruppo 189"/>
          <p:cNvGrpSpPr/>
          <p:nvPr/>
        </p:nvGrpSpPr>
        <p:grpSpPr>
          <a:xfrm>
            <a:off x="1096267" y="1798715"/>
            <a:ext cx="532276" cy="555340"/>
            <a:chOff x="6758243" y="1192635"/>
            <a:chExt cx="532276" cy="555340"/>
          </a:xfrm>
        </p:grpSpPr>
        <p:sp>
          <p:nvSpPr>
            <p:cNvPr id="191" name="Rettangolo arrotondato 190"/>
            <p:cNvSpPr/>
            <p:nvPr/>
          </p:nvSpPr>
          <p:spPr>
            <a:xfrm>
              <a:off x="6758243" y="1192635"/>
              <a:ext cx="532276" cy="55534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92" name="Immagine 19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8243" y="1192635"/>
              <a:ext cx="436792" cy="423298"/>
            </a:xfrm>
            <a:prstGeom prst="rect">
              <a:avLst/>
            </a:prstGeom>
          </p:spPr>
        </p:pic>
        <p:pic>
          <p:nvPicPr>
            <p:cNvPr id="193" name="Immagine 19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7045" y="1440729"/>
              <a:ext cx="290468" cy="281495"/>
            </a:xfrm>
            <a:prstGeom prst="rect">
              <a:avLst/>
            </a:prstGeom>
          </p:spPr>
        </p:pic>
        <p:pic>
          <p:nvPicPr>
            <p:cNvPr id="194" name="Immagine 193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1733" y="1484609"/>
              <a:ext cx="262648" cy="262648"/>
            </a:xfrm>
            <a:prstGeom prst="rect">
              <a:avLst/>
            </a:prstGeom>
          </p:spPr>
        </p:pic>
      </p:grpSp>
      <p:cxnSp>
        <p:nvCxnSpPr>
          <p:cNvPr id="201" name="Connettore 1 200"/>
          <p:cNvCxnSpPr/>
          <p:nvPr/>
        </p:nvCxnSpPr>
        <p:spPr>
          <a:xfrm flipH="1">
            <a:off x="1001296" y="4003012"/>
            <a:ext cx="6350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ttore 1 205"/>
          <p:cNvCxnSpPr/>
          <p:nvPr/>
        </p:nvCxnSpPr>
        <p:spPr>
          <a:xfrm>
            <a:off x="1318426" y="1445778"/>
            <a:ext cx="0" cy="514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ttore 1 207"/>
          <p:cNvCxnSpPr/>
          <p:nvPr/>
        </p:nvCxnSpPr>
        <p:spPr>
          <a:xfrm>
            <a:off x="2289501" y="1450924"/>
            <a:ext cx="0" cy="5097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ttore 1 209"/>
          <p:cNvCxnSpPr/>
          <p:nvPr/>
        </p:nvCxnSpPr>
        <p:spPr>
          <a:xfrm>
            <a:off x="3152434" y="1456207"/>
            <a:ext cx="0" cy="568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ttore 1 211"/>
          <p:cNvCxnSpPr/>
          <p:nvPr/>
        </p:nvCxnSpPr>
        <p:spPr>
          <a:xfrm>
            <a:off x="4001068" y="1417291"/>
            <a:ext cx="0" cy="543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ttore 1 217"/>
          <p:cNvCxnSpPr>
            <a:stCxn id="76" idx="0"/>
          </p:cNvCxnSpPr>
          <p:nvPr/>
        </p:nvCxnSpPr>
        <p:spPr>
          <a:xfrm flipH="1" flipV="1">
            <a:off x="2747039" y="1450924"/>
            <a:ext cx="29536" cy="1614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ttore 1 219"/>
          <p:cNvCxnSpPr>
            <a:stCxn id="83" idx="0"/>
          </p:cNvCxnSpPr>
          <p:nvPr/>
        </p:nvCxnSpPr>
        <p:spPr>
          <a:xfrm flipH="1" flipV="1">
            <a:off x="3574276" y="1432983"/>
            <a:ext cx="15088" cy="16024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ttore 1 221"/>
          <p:cNvCxnSpPr>
            <a:stCxn id="87" idx="0"/>
          </p:cNvCxnSpPr>
          <p:nvPr/>
        </p:nvCxnSpPr>
        <p:spPr>
          <a:xfrm flipH="1" flipV="1">
            <a:off x="4409770" y="1432983"/>
            <a:ext cx="1" cy="1599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ttore 1 223"/>
          <p:cNvCxnSpPr>
            <a:stCxn id="182" idx="0"/>
          </p:cNvCxnSpPr>
          <p:nvPr/>
        </p:nvCxnSpPr>
        <p:spPr>
          <a:xfrm flipV="1">
            <a:off x="4820011" y="1432983"/>
            <a:ext cx="0" cy="365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" name="Immagine 22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070" y="3032335"/>
            <a:ext cx="435980" cy="435980"/>
          </a:xfrm>
          <a:prstGeom prst="rect">
            <a:avLst/>
          </a:prstGeom>
        </p:spPr>
      </p:pic>
      <p:cxnSp>
        <p:nvCxnSpPr>
          <p:cNvPr id="227" name="Connettore 2 226"/>
          <p:cNvCxnSpPr>
            <a:endCxn id="11" idx="2"/>
          </p:cNvCxnSpPr>
          <p:nvPr/>
        </p:nvCxnSpPr>
        <p:spPr>
          <a:xfrm flipV="1">
            <a:off x="3589363" y="5444963"/>
            <a:ext cx="1" cy="175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ttore 1 229"/>
          <p:cNvCxnSpPr>
            <a:stCxn id="159" idx="0"/>
          </p:cNvCxnSpPr>
          <p:nvPr/>
        </p:nvCxnSpPr>
        <p:spPr>
          <a:xfrm flipH="1" flipV="1">
            <a:off x="6123717" y="1412321"/>
            <a:ext cx="9474" cy="3919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ttore 1 234"/>
          <p:cNvCxnSpPr>
            <a:stCxn id="174" idx="0"/>
          </p:cNvCxnSpPr>
          <p:nvPr/>
        </p:nvCxnSpPr>
        <p:spPr>
          <a:xfrm flipV="1">
            <a:off x="7694144" y="1412321"/>
            <a:ext cx="0" cy="3797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ttore 1 236"/>
          <p:cNvCxnSpPr>
            <a:stCxn id="187" idx="0"/>
          </p:cNvCxnSpPr>
          <p:nvPr/>
        </p:nvCxnSpPr>
        <p:spPr>
          <a:xfrm flipH="1" flipV="1">
            <a:off x="8547411" y="1415726"/>
            <a:ext cx="2123" cy="372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nettore 1 250"/>
          <p:cNvCxnSpPr>
            <a:stCxn id="132" idx="2"/>
          </p:cNvCxnSpPr>
          <p:nvPr/>
        </p:nvCxnSpPr>
        <p:spPr>
          <a:xfrm flipH="1">
            <a:off x="6133191" y="3523940"/>
            <a:ext cx="5290" cy="1875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ttore 1 252"/>
          <p:cNvCxnSpPr/>
          <p:nvPr/>
        </p:nvCxnSpPr>
        <p:spPr>
          <a:xfrm flipH="1" flipV="1">
            <a:off x="1370739" y="5303361"/>
            <a:ext cx="1952292" cy="27252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ttore 2 254"/>
          <p:cNvCxnSpPr/>
          <p:nvPr/>
        </p:nvCxnSpPr>
        <p:spPr>
          <a:xfrm flipH="1" flipV="1">
            <a:off x="1357954" y="4025496"/>
            <a:ext cx="12981" cy="1283008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Freccia a destra con strisce 256"/>
          <p:cNvSpPr/>
          <p:nvPr/>
        </p:nvSpPr>
        <p:spPr>
          <a:xfrm rot="5400000">
            <a:off x="532671" y="3103097"/>
            <a:ext cx="1620707" cy="179127"/>
          </a:xfrm>
          <a:prstGeom prst="striped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86" name="Connettore 1 285"/>
          <p:cNvCxnSpPr>
            <a:stCxn id="225" idx="2"/>
          </p:cNvCxnSpPr>
          <p:nvPr/>
        </p:nvCxnSpPr>
        <p:spPr>
          <a:xfrm>
            <a:off x="7003060" y="3468315"/>
            <a:ext cx="1" cy="234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CasellaDiTesto 295"/>
          <p:cNvSpPr txBox="1"/>
          <p:nvPr/>
        </p:nvSpPr>
        <p:spPr>
          <a:xfrm>
            <a:off x="975528" y="5400474"/>
            <a:ext cx="17945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DMZ con NAT su </a:t>
            </a:r>
            <a:r>
              <a:rPr lang="it-IT" sz="1000" dirty="0" err="1"/>
              <a:t>ip</a:t>
            </a:r>
            <a:r>
              <a:rPr lang="it-IT" sz="1000" dirty="0"/>
              <a:t> pubblici</a:t>
            </a:r>
          </a:p>
        </p:txBody>
      </p:sp>
      <p:sp>
        <p:nvSpPr>
          <p:cNvPr id="297" name="CasellaDiTesto 296"/>
          <p:cNvSpPr txBox="1"/>
          <p:nvPr/>
        </p:nvSpPr>
        <p:spPr>
          <a:xfrm>
            <a:off x="854242" y="4073438"/>
            <a:ext cx="5035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DMZ</a:t>
            </a:r>
          </a:p>
        </p:txBody>
      </p:sp>
      <p:sp>
        <p:nvSpPr>
          <p:cNvPr id="298" name="CasellaDiTesto 297"/>
          <p:cNvSpPr txBox="1"/>
          <p:nvPr/>
        </p:nvSpPr>
        <p:spPr>
          <a:xfrm>
            <a:off x="747342" y="1467971"/>
            <a:ext cx="494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LAN</a:t>
            </a:r>
          </a:p>
        </p:txBody>
      </p:sp>
      <p:pic>
        <p:nvPicPr>
          <p:cNvPr id="304" name="Picture 50" descr="Wireless_Modem-Gateway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827" y="2162035"/>
            <a:ext cx="242575" cy="58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6" name="Connettore 1 305"/>
          <p:cNvCxnSpPr>
            <a:stCxn id="185" idx="3"/>
          </p:cNvCxnSpPr>
          <p:nvPr/>
        </p:nvCxnSpPr>
        <p:spPr>
          <a:xfrm flipV="1">
            <a:off x="8572756" y="2937574"/>
            <a:ext cx="136166" cy="102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ttore 1 307"/>
          <p:cNvCxnSpPr/>
          <p:nvPr/>
        </p:nvCxnSpPr>
        <p:spPr>
          <a:xfrm>
            <a:off x="9131719" y="1417291"/>
            <a:ext cx="7067" cy="1106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Connettore 1 310"/>
          <p:cNvCxnSpPr/>
          <p:nvPr/>
        </p:nvCxnSpPr>
        <p:spPr>
          <a:xfrm>
            <a:off x="9138786" y="2523581"/>
            <a:ext cx="316365" cy="6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Rettangolo arrotondato 316"/>
          <p:cNvSpPr/>
          <p:nvPr/>
        </p:nvSpPr>
        <p:spPr>
          <a:xfrm>
            <a:off x="10264147" y="1550271"/>
            <a:ext cx="1661099" cy="718729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18" name="Immagine 31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318" y="1653447"/>
            <a:ext cx="435980" cy="435980"/>
          </a:xfrm>
          <a:prstGeom prst="rect">
            <a:avLst/>
          </a:prstGeom>
        </p:spPr>
      </p:pic>
      <p:sp>
        <p:nvSpPr>
          <p:cNvPr id="319" name="CasellaDiTesto 318"/>
          <p:cNvSpPr txBox="1"/>
          <p:nvPr/>
        </p:nvSpPr>
        <p:spPr>
          <a:xfrm>
            <a:off x="10853720" y="1738229"/>
            <a:ext cx="1142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XX_TEST</a:t>
            </a:r>
          </a:p>
        </p:txBody>
      </p:sp>
      <p:sp>
        <p:nvSpPr>
          <p:cNvPr id="321" name="Rettangolo arrotondato 320"/>
          <p:cNvSpPr/>
          <p:nvPr/>
        </p:nvSpPr>
        <p:spPr>
          <a:xfrm>
            <a:off x="10108535" y="2467324"/>
            <a:ext cx="1733399" cy="672581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22" name="Immagine 32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449" y="2593370"/>
            <a:ext cx="435980" cy="435980"/>
          </a:xfrm>
          <a:prstGeom prst="rect">
            <a:avLst/>
          </a:prstGeom>
        </p:spPr>
      </p:pic>
      <p:sp>
        <p:nvSpPr>
          <p:cNvPr id="323" name="CasellaDiTesto 322"/>
          <p:cNvSpPr txBox="1"/>
          <p:nvPr/>
        </p:nvSpPr>
        <p:spPr>
          <a:xfrm>
            <a:off x="10669429" y="2648221"/>
            <a:ext cx="10499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XX-OSPITI</a:t>
            </a:r>
          </a:p>
        </p:txBody>
      </p:sp>
      <p:cxnSp>
        <p:nvCxnSpPr>
          <p:cNvPr id="325" name="Connettore 1 324"/>
          <p:cNvCxnSpPr>
            <a:stCxn id="304" idx="3"/>
            <a:endCxn id="317" idx="1"/>
          </p:cNvCxnSpPr>
          <p:nvPr/>
        </p:nvCxnSpPr>
        <p:spPr>
          <a:xfrm flipV="1">
            <a:off x="9621402" y="1909636"/>
            <a:ext cx="642745" cy="54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onnettore 1 326"/>
          <p:cNvCxnSpPr>
            <a:stCxn id="304" idx="3"/>
            <a:endCxn id="321" idx="1"/>
          </p:cNvCxnSpPr>
          <p:nvPr/>
        </p:nvCxnSpPr>
        <p:spPr>
          <a:xfrm>
            <a:off x="9621402" y="2453536"/>
            <a:ext cx="487133" cy="3500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Connettore 1 328"/>
          <p:cNvCxnSpPr>
            <a:stCxn id="321" idx="2"/>
          </p:cNvCxnSpPr>
          <p:nvPr/>
        </p:nvCxnSpPr>
        <p:spPr>
          <a:xfrm>
            <a:off x="10975235" y="3139905"/>
            <a:ext cx="7588" cy="2602074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Connettore 1 330"/>
          <p:cNvCxnSpPr/>
          <p:nvPr/>
        </p:nvCxnSpPr>
        <p:spPr>
          <a:xfrm flipH="1">
            <a:off x="6174266" y="5741979"/>
            <a:ext cx="480855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2" name="Picture 11" descr="IOSfirewal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6024" y="130737"/>
            <a:ext cx="557343" cy="698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34" name="Connettore 1 333"/>
          <p:cNvCxnSpPr>
            <a:stCxn id="332" idx="2"/>
            <a:endCxn id="317" idx="0"/>
          </p:cNvCxnSpPr>
          <p:nvPr/>
        </p:nvCxnSpPr>
        <p:spPr>
          <a:xfrm>
            <a:off x="11094696" y="829496"/>
            <a:ext cx="1" cy="72077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Connettore 1 339"/>
          <p:cNvCxnSpPr/>
          <p:nvPr/>
        </p:nvCxnSpPr>
        <p:spPr>
          <a:xfrm>
            <a:off x="9942873" y="1976726"/>
            <a:ext cx="20428" cy="154721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1" name="Immagine 340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272" y="1580735"/>
            <a:ext cx="568858" cy="568858"/>
          </a:xfrm>
          <a:prstGeom prst="rect">
            <a:avLst/>
          </a:prstGeom>
        </p:spPr>
      </p:pic>
      <p:cxnSp>
        <p:nvCxnSpPr>
          <p:cNvPr id="345" name="Connettore 1 344"/>
          <p:cNvCxnSpPr/>
          <p:nvPr/>
        </p:nvCxnSpPr>
        <p:spPr>
          <a:xfrm flipV="1">
            <a:off x="9936701" y="1409331"/>
            <a:ext cx="0" cy="378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CasellaDiTesto 347"/>
          <p:cNvSpPr txBox="1"/>
          <p:nvPr/>
        </p:nvSpPr>
        <p:spPr>
          <a:xfrm>
            <a:off x="9042010" y="1408603"/>
            <a:ext cx="79791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 err="1"/>
              <a:t>Ruckus</a:t>
            </a:r>
            <a:r>
              <a:rPr lang="it-IT" sz="1000" dirty="0"/>
              <a:t> </a:t>
            </a:r>
            <a:r>
              <a:rPr lang="it-IT" sz="1000" dirty="0" err="1"/>
              <a:t>access</a:t>
            </a:r>
            <a:r>
              <a:rPr lang="it-IT" sz="1000" dirty="0"/>
              <a:t> control </a:t>
            </a:r>
            <a:r>
              <a:rPr lang="it-IT" sz="1000" dirty="0" err="1"/>
              <a:t>gw</a:t>
            </a:r>
            <a:endParaRPr lang="it-IT" sz="1000" dirty="0"/>
          </a:p>
          <a:p>
            <a:endParaRPr lang="it-IT" sz="800" dirty="0"/>
          </a:p>
        </p:txBody>
      </p:sp>
      <p:sp>
        <p:nvSpPr>
          <p:cNvPr id="349" name="Rettangolo arrotondato 348"/>
          <p:cNvSpPr/>
          <p:nvPr/>
        </p:nvSpPr>
        <p:spPr>
          <a:xfrm>
            <a:off x="7598683" y="2687269"/>
            <a:ext cx="1566525" cy="6321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50" name="Immagine 34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7016" y="2779354"/>
            <a:ext cx="435980" cy="435980"/>
          </a:xfrm>
          <a:prstGeom prst="rect">
            <a:avLst/>
          </a:prstGeom>
        </p:spPr>
      </p:pic>
      <p:sp>
        <p:nvSpPr>
          <p:cNvPr id="351" name="CasellaDiTesto 350"/>
          <p:cNvSpPr txBox="1"/>
          <p:nvPr/>
        </p:nvSpPr>
        <p:spPr>
          <a:xfrm>
            <a:off x="8127232" y="2819210"/>
            <a:ext cx="969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GRUPPO XXXXX</a:t>
            </a:r>
          </a:p>
        </p:txBody>
      </p:sp>
      <p:cxnSp>
        <p:nvCxnSpPr>
          <p:cNvPr id="353" name="Connettore 1 352"/>
          <p:cNvCxnSpPr>
            <a:stCxn id="349" idx="3"/>
          </p:cNvCxnSpPr>
          <p:nvPr/>
        </p:nvCxnSpPr>
        <p:spPr>
          <a:xfrm flipV="1">
            <a:off x="9165208" y="2766499"/>
            <a:ext cx="185225" cy="2368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Connettore 1 354"/>
          <p:cNvCxnSpPr>
            <a:stCxn id="349" idx="2"/>
          </p:cNvCxnSpPr>
          <p:nvPr/>
        </p:nvCxnSpPr>
        <p:spPr>
          <a:xfrm flipH="1">
            <a:off x="8381945" y="3319411"/>
            <a:ext cx="1" cy="387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" name="CasellaDiTesto 357"/>
          <p:cNvSpPr txBox="1"/>
          <p:nvPr/>
        </p:nvSpPr>
        <p:spPr>
          <a:xfrm>
            <a:off x="9604082" y="276488"/>
            <a:ext cx="1297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Firewall xx-TEST</a:t>
            </a:r>
          </a:p>
        </p:txBody>
      </p:sp>
    </p:spTree>
    <p:extLst>
      <p:ext uri="{BB962C8B-B14F-4D97-AF65-F5344CB8AC3E}">
        <p14:creationId xmlns:p14="http://schemas.microsoft.com/office/powerpoint/2010/main" val="39756805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Widescreen</PresentationFormat>
  <Paragraphs>55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Ebrima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/>
  <cp:lastModifiedBy>Rosalba Campolo</cp:lastModifiedBy>
  <cp:revision>58</cp:revision>
  <dcterms:created xsi:type="dcterms:W3CDTF">2016-02-09T08:30:39Z</dcterms:created>
  <dcterms:modified xsi:type="dcterms:W3CDTF">2026-07-27T10:51:29Z</dcterms:modified>
</cp:coreProperties>
</file>